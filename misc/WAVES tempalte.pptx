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utoronto-my.sharepoint.com/personal/daniel_martel_utoronto_ca/Documents/Documents/Dan%20M/Books/Excel%20Practice/wave%20decay%20interference%20tes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utoronto-my.sharepoint.com/personal/daniel_martel_utoronto_ca/Documents/Documents/Dan%20M/Books/Excel%20Practice/wave%20decay%20interference%20tes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utoronto-my.sharepoint.com/personal/daniel_martel_utoronto_ca/Documents/Documents/Dan%20M/Books/Excel%20Practice/wave%20decay%20interference%20tes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utoronto-my.sharepoint.com/personal/daniel_martel_utoronto_ca/Documents/Documents/Dan%20M/Books/Excel%20Practice/wave%20decay%20interference%20tes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utoronto-my.sharepoint.com/personal/daniel_martel_utoronto_ca/Documents/Documents/Dan%20M/Books/Excel%20Practice/wave%20decay%20interference%20tes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utoronto-my.sharepoint.com/personal/daniel_martel_utoronto_ca/Documents/Documents/Dan%20M/Books/Excel%20Practice/wave%20decay%20interference%20tes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utoronto-my.sharepoint.com/personal/daniel_martel_utoronto_ca/Documents/Documents/Dan%20M/Books/Excel%20Practice/wave%20decay%20interference%20tes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utoronto-my.sharepoint.com/personal/daniel_martel_utoronto_ca/Documents/Documents/Dan%20M/Books/Excel%20Practice/wave%20decay%20interference%20test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utoronto-my.sharepoint.com/personal/daniel_martel_utoronto_ca/Documents/Documents/Dan%20M/Books/Excel%20Practice/wave%20decay%20interference%20test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utoronto-my.sharepoint.com/personal/daniel_martel_utoronto_ca/Documents/Documents/Dan%20M/Books/Excel%20Practice/wave%20decay%20interference%20test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https://utoronto-my.sharepoint.com/personal/daniel_martel_utoronto_ca/Documents/Documents/Dan%20M/Books/Excel%20Practice/wave%20decay%20interference%20test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https://utoronto-my.sharepoint.com/personal/daniel_martel_utoronto_ca/Documents/Documents/Dan%20M/Books/Excel%20Practice/wave%20decay%20interference%20test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https://utoronto-my.sharepoint.com/personal/daniel_martel_utoronto_ca/Documents/Documents/Dan%20M/Books/Excel%20Practice/wave%20decay%20interference%20test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https://utoronto-my.sharepoint.com/personal/daniel_martel_utoronto_ca/Documents/Documents/Dan%20M/Books/Excel%20Practice/wave%20decay%20interference%20test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https://utoronto-my.sharepoint.com/personal/daniel_martel_utoronto_ca/Documents/Documents/Dan%20M/Books/Excel%20Practice/wave%20decay%20interference%20test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Sheet1!$A$2:$A$52</c:f>
              <c:numCache>
                <c:formatCode>General</c:formatCode>
                <c:ptCount val="5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</c:numCache>
            </c:numRef>
          </c:xVal>
          <c:yVal>
            <c:numRef>
              <c:f>Sheet1!$U$152:$U$202</c:f>
              <c:numCache>
                <c:formatCode>General</c:formatCode>
                <c:ptCount val="51"/>
                <c:pt idx="0">
                  <c:v>-4.9741743945586956E-16</c:v>
                </c:pt>
                <c:pt idx="1">
                  <c:v>-0.2483835074357866</c:v>
                </c:pt>
                <c:pt idx="2">
                  <c:v>-0.41829452000491912</c:v>
                </c:pt>
                <c:pt idx="3">
                  <c:v>-0.43536544320675291</c:v>
                </c:pt>
                <c:pt idx="4">
                  <c:v>-0.28005162261809097</c:v>
                </c:pt>
                <c:pt idx="5">
                  <c:v>5.4679232925753144E-16</c:v>
                </c:pt>
                <c:pt idx="6">
                  <c:v>0.30337630106356667</c:v>
                </c:pt>
                <c:pt idx="7">
                  <c:v>0.51090608045729247</c:v>
                </c:pt>
                <c:pt idx="8">
                  <c:v>0.53175655314035275</c:v>
                </c:pt>
                <c:pt idx="9">
                  <c:v>0.34205582429296738</c:v>
                </c:pt>
                <c:pt idx="10">
                  <c:v>-5.9364769697419789E-16</c:v>
                </c:pt>
                <c:pt idx="11">
                  <c:v>-0.37054465087947225</c:v>
                </c:pt>
                <c:pt idx="12">
                  <c:v>-0.62402209583133861</c:v>
                </c:pt>
                <c:pt idx="13">
                  <c:v>-0.64948892067537167</c:v>
                </c:pt>
                <c:pt idx="14">
                  <c:v>-0.41778792723618285</c:v>
                </c:pt>
                <c:pt idx="15">
                  <c:v>6.3444756765225314E-16</c:v>
                </c:pt>
                <c:pt idx="16">
                  <c:v>0.45258425860568458</c:v>
                </c:pt>
                <c:pt idx="17">
                  <c:v>0.76218230900128681</c:v>
                </c:pt>
                <c:pt idx="18">
                  <c:v>0.79328755910737081</c:v>
                </c:pt>
                <c:pt idx="19">
                  <c:v>0.51028732665229404</c:v>
                </c:pt>
                <c:pt idx="20">
                  <c:v>-6.6421372203297681E-16</c:v>
                </c:pt>
                <c:pt idx="21">
                  <c:v>-0.5527876617608587</c:v>
                </c:pt>
                <c:pt idx="22">
                  <c:v>-0.93093157443505858</c:v>
                </c:pt>
                <c:pt idx="23">
                  <c:v>-0.96892361270789162</c:v>
                </c:pt>
                <c:pt idx="24">
                  <c:v>-0.62326634822729166</c:v>
                </c:pt>
                <c:pt idx="25">
                  <c:v>6.7606039341575876E-16</c:v>
                </c:pt>
                <c:pt idx="26">
                  <c:v>0.67517637475162373</c:v>
                </c:pt>
                <c:pt idx="27">
                  <c:v>1.1370423926733706</c:v>
                </c:pt>
                <c:pt idx="28">
                  <c:v>1.1834459730079359</c:v>
                </c:pt>
                <c:pt idx="29">
                  <c:v>0.76125923679323115</c:v>
                </c:pt>
                <c:pt idx="30">
                  <c:v>-6.605936233606857E-16</c:v>
                </c:pt>
                <c:pt idx="31">
                  <c:v>-0.82466228636621741</c:v>
                </c:pt>
                <c:pt idx="32">
                  <c:v>-1.3887867145562929</c:v>
                </c:pt>
                <c:pt idx="33">
                  <c:v>-1.4454641755654378</c:v>
                </c:pt>
                <c:pt idx="34">
                  <c:v>-0.92980413149415853</c:v>
                </c:pt>
                <c:pt idx="35">
                  <c:v>6.0513815519682143E-16</c:v>
                </c:pt>
                <c:pt idx="36">
                  <c:v>1.0072447911183695</c:v>
                </c:pt>
                <c:pt idx="37">
                  <c:v>1.6962679236552567</c:v>
                </c:pt>
                <c:pt idx="38">
                  <c:v>1.7654939308573419</c:v>
                </c:pt>
                <c:pt idx="39">
                  <c:v>1.1356653307556879</c:v>
                </c:pt>
                <c:pt idx="40">
                  <c:v>-4.9274494121690304E-16</c:v>
                </c:pt>
                <c:pt idx="41">
                  <c:v>-1.2302515660144406</c:v>
                </c:pt>
                <c:pt idx="42">
                  <c:v>-2.0718263205311542</c:v>
                </c:pt>
                <c:pt idx="43">
                  <c:v>-2.1563791566641979</c:v>
                </c:pt>
                <c:pt idx="44">
                  <c:v>-1.3871047673318777</c:v>
                </c:pt>
                <c:pt idx="45">
                  <c:v>3.0092001513589812E-16</c:v>
                </c:pt>
                <c:pt idx="46">
                  <c:v>1.5026326559609058</c:v>
                </c:pt>
                <c:pt idx="47">
                  <c:v>2.5305343823255884</c:v>
                </c:pt>
                <c:pt idx="48">
                  <c:v>2.633807449588752</c:v>
                </c:pt>
                <c:pt idx="49">
                  <c:v>1.6942135886762761</c:v>
                </c:pt>
                <c:pt idx="5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287-425D-8868-4E08BD8885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7511567"/>
        <c:axId val="1037512527"/>
      </c:scatterChart>
      <c:valAx>
        <c:axId val="1037511567"/>
        <c:scaling>
          <c:orientation val="minMax"/>
          <c:max val="5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1037512527"/>
        <c:crosses val="autoZero"/>
        <c:crossBetween val="midCat"/>
      </c:valAx>
      <c:valAx>
        <c:axId val="1037512527"/>
        <c:scaling>
          <c:orientation val="minMax"/>
          <c:max val="5"/>
        </c:scaling>
        <c:delete val="1"/>
        <c:axPos val="l"/>
        <c:numFmt formatCode="General" sourceLinked="1"/>
        <c:majorTickMark val="none"/>
        <c:minorTickMark val="none"/>
        <c:tickLblPos val="nextTo"/>
        <c:crossAx val="1037511567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Sinx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Sheet1!$B$2:$B$202</c:f>
              <c:numCache>
                <c:formatCode>General</c:formatCode>
                <c:ptCount val="20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9.3000000000000007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9.8000000000000007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  <c:pt idx="131">
                  <c:v>13.1</c:v>
                </c:pt>
                <c:pt idx="132">
                  <c:v>13.2</c:v>
                </c:pt>
                <c:pt idx="133">
                  <c:v>13.3</c:v>
                </c:pt>
                <c:pt idx="134">
                  <c:v>13.4</c:v>
                </c:pt>
                <c:pt idx="135">
                  <c:v>13.5</c:v>
                </c:pt>
                <c:pt idx="136">
                  <c:v>13.6</c:v>
                </c:pt>
                <c:pt idx="137">
                  <c:v>13.7</c:v>
                </c:pt>
                <c:pt idx="138">
                  <c:v>13.8</c:v>
                </c:pt>
                <c:pt idx="139">
                  <c:v>13.9</c:v>
                </c:pt>
                <c:pt idx="140">
                  <c:v>14</c:v>
                </c:pt>
                <c:pt idx="141">
                  <c:v>14.1</c:v>
                </c:pt>
                <c:pt idx="142">
                  <c:v>14.2</c:v>
                </c:pt>
                <c:pt idx="143">
                  <c:v>14.3</c:v>
                </c:pt>
                <c:pt idx="144">
                  <c:v>14.4</c:v>
                </c:pt>
                <c:pt idx="145">
                  <c:v>14.5</c:v>
                </c:pt>
                <c:pt idx="146">
                  <c:v>14.6</c:v>
                </c:pt>
                <c:pt idx="147">
                  <c:v>14.7</c:v>
                </c:pt>
                <c:pt idx="148">
                  <c:v>14.8</c:v>
                </c:pt>
                <c:pt idx="149">
                  <c:v>14.9</c:v>
                </c:pt>
                <c:pt idx="150">
                  <c:v>15</c:v>
                </c:pt>
                <c:pt idx="151">
                  <c:v>15.1</c:v>
                </c:pt>
                <c:pt idx="152">
                  <c:v>15.2</c:v>
                </c:pt>
                <c:pt idx="153">
                  <c:v>15.3</c:v>
                </c:pt>
                <c:pt idx="154">
                  <c:v>15.4</c:v>
                </c:pt>
                <c:pt idx="155">
                  <c:v>15.5</c:v>
                </c:pt>
                <c:pt idx="156">
                  <c:v>15.6</c:v>
                </c:pt>
                <c:pt idx="157">
                  <c:v>15.7</c:v>
                </c:pt>
                <c:pt idx="158">
                  <c:v>15.8</c:v>
                </c:pt>
                <c:pt idx="159">
                  <c:v>15.9</c:v>
                </c:pt>
                <c:pt idx="160">
                  <c:v>16</c:v>
                </c:pt>
                <c:pt idx="161">
                  <c:v>16.100000000000001</c:v>
                </c:pt>
                <c:pt idx="162">
                  <c:v>16.2</c:v>
                </c:pt>
                <c:pt idx="163">
                  <c:v>16.3</c:v>
                </c:pt>
                <c:pt idx="164">
                  <c:v>16.399999999999999</c:v>
                </c:pt>
                <c:pt idx="165">
                  <c:v>16.5</c:v>
                </c:pt>
                <c:pt idx="166">
                  <c:v>16.600000000000001</c:v>
                </c:pt>
                <c:pt idx="167">
                  <c:v>16.7</c:v>
                </c:pt>
                <c:pt idx="168">
                  <c:v>16.8</c:v>
                </c:pt>
                <c:pt idx="169">
                  <c:v>16.899999999999999</c:v>
                </c:pt>
                <c:pt idx="170">
                  <c:v>17</c:v>
                </c:pt>
                <c:pt idx="171">
                  <c:v>17.100000000000001</c:v>
                </c:pt>
                <c:pt idx="172">
                  <c:v>17.2</c:v>
                </c:pt>
                <c:pt idx="173">
                  <c:v>17.3</c:v>
                </c:pt>
                <c:pt idx="174">
                  <c:v>17.399999999999999</c:v>
                </c:pt>
                <c:pt idx="175">
                  <c:v>17.5</c:v>
                </c:pt>
                <c:pt idx="176">
                  <c:v>17.600000000000001</c:v>
                </c:pt>
                <c:pt idx="177">
                  <c:v>17.7</c:v>
                </c:pt>
                <c:pt idx="178">
                  <c:v>17.8</c:v>
                </c:pt>
                <c:pt idx="179">
                  <c:v>17.899999999999999</c:v>
                </c:pt>
                <c:pt idx="180">
                  <c:v>18</c:v>
                </c:pt>
                <c:pt idx="181">
                  <c:v>18.100000000000001</c:v>
                </c:pt>
                <c:pt idx="182">
                  <c:v>18.2</c:v>
                </c:pt>
                <c:pt idx="183">
                  <c:v>18.3</c:v>
                </c:pt>
                <c:pt idx="184">
                  <c:v>18.399999999999999</c:v>
                </c:pt>
                <c:pt idx="185">
                  <c:v>18.5</c:v>
                </c:pt>
                <c:pt idx="186">
                  <c:v>18.600000000000001</c:v>
                </c:pt>
                <c:pt idx="187">
                  <c:v>18.7</c:v>
                </c:pt>
                <c:pt idx="188">
                  <c:v>18.8</c:v>
                </c:pt>
                <c:pt idx="189">
                  <c:v>18.899999999999999</c:v>
                </c:pt>
                <c:pt idx="190">
                  <c:v>19</c:v>
                </c:pt>
                <c:pt idx="191">
                  <c:v>19.100000000000001</c:v>
                </c:pt>
                <c:pt idx="192">
                  <c:v>19.2</c:v>
                </c:pt>
                <c:pt idx="193">
                  <c:v>19.3</c:v>
                </c:pt>
                <c:pt idx="194">
                  <c:v>19.399999999999999</c:v>
                </c:pt>
                <c:pt idx="195">
                  <c:v>19.5</c:v>
                </c:pt>
                <c:pt idx="196">
                  <c:v>19.600000000000001</c:v>
                </c:pt>
                <c:pt idx="197">
                  <c:v>19.7</c:v>
                </c:pt>
                <c:pt idx="198">
                  <c:v>19.8</c:v>
                </c:pt>
                <c:pt idx="199">
                  <c:v>19.899999999999999</c:v>
                </c:pt>
                <c:pt idx="200">
                  <c:v>20</c:v>
                </c:pt>
              </c:numCache>
            </c:numRef>
          </c:xVal>
          <c:yVal>
            <c:numRef>
              <c:f>Sheet1!$D$2:$D$202</c:f>
              <c:numCache>
                <c:formatCode>General</c:formatCode>
                <c:ptCount val="201"/>
                <c:pt idx="0">
                  <c:v>0</c:v>
                </c:pt>
                <c:pt idx="1">
                  <c:v>9.9833416646828155E-2</c:v>
                </c:pt>
                <c:pt idx="2">
                  <c:v>0.19866933079506122</c:v>
                </c:pt>
                <c:pt idx="3">
                  <c:v>0.29552020666133955</c:v>
                </c:pt>
                <c:pt idx="4">
                  <c:v>0.38941834230865052</c:v>
                </c:pt>
                <c:pt idx="5">
                  <c:v>0.47942553860420301</c:v>
                </c:pt>
                <c:pt idx="6">
                  <c:v>0.56464247339503537</c:v>
                </c:pt>
                <c:pt idx="7">
                  <c:v>0.64421768723769102</c:v>
                </c:pt>
                <c:pt idx="8">
                  <c:v>0.71735609089952279</c:v>
                </c:pt>
                <c:pt idx="9">
                  <c:v>0.78332690962748341</c:v>
                </c:pt>
                <c:pt idx="10">
                  <c:v>0.8414709848078965</c:v>
                </c:pt>
                <c:pt idx="11">
                  <c:v>0.89120736006143542</c:v>
                </c:pt>
                <c:pt idx="12">
                  <c:v>0.93203908596722629</c:v>
                </c:pt>
                <c:pt idx="13">
                  <c:v>0.96355818541719296</c:v>
                </c:pt>
                <c:pt idx="14">
                  <c:v>0.98544972998846014</c:v>
                </c:pt>
                <c:pt idx="15">
                  <c:v>0.99749498660405445</c:v>
                </c:pt>
                <c:pt idx="16">
                  <c:v>0.99957360304150511</c:v>
                </c:pt>
                <c:pt idx="17">
                  <c:v>0.99166481045246857</c:v>
                </c:pt>
                <c:pt idx="18">
                  <c:v>0.97384763087819515</c:v>
                </c:pt>
                <c:pt idx="19">
                  <c:v>0.94630008768741447</c:v>
                </c:pt>
                <c:pt idx="20">
                  <c:v>0.90929742682568171</c:v>
                </c:pt>
                <c:pt idx="21">
                  <c:v>0.86320936664887371</c:v>
                </c:pt>
                <c:pt idx="22">
                  <c:v>0.80849640381959009</c:v>
                </c:pt>
                <c:pt idx="23">
                  <c:v>0.74570521217672026</c:v>
                </c:pt>
                <c:pt idx="24">
                  <c:v>0.67546318055115095</c:v>
                </c:pt>
                <c:pt idx="25">
                  <c:v>0.59847214410395655</c:v>
                </c:pt>
                <c:pt idx="26">
                  <c:v>0.51550137182146416</c:v>
                </c:pt>
                <c:pt idx="27">
                  <c:v>0.42737988023382978</c:v>
                </c:pt>
                <c:pt idx="28">
                  <c:v>0.33498815015590511</c:v>
                </c:pt>
                <c:pt idx="29">
                  <c:v>0.23924932921398243</c:v>
                </c:pt>
                <c:pt idx="30">
                  <c:v>0.14112000805986721</c:v>
                </c:pt>
                <c:pt idx="31">
                  <c:v>4.1580662433290491E-2</c:v>
                </c:pt>
                <c:pt idx="32">
                  <c:v>-5.8374143427580086E-2</c:v>
                </c:pt>
                <c:pt idx="33">
                  <c:v>-0.15774569414324821</c:v>
                </c:pt>
                <c:pt idx="34">
                  <c:v>-0.25554110202683122</c:v>
                </c:pt>
                <c:pt idx="35">
                  <c:v>-0.35078322768961984</c:v>
                </c:pt>
                <c:pt idx="36">
                  <c:v>-0.44252044329485246</c:v>
                </c:pt>
                <c:pt idx="37">
                  <c:v>-0.5298361409084934</c:v>
                </c:pt>
                <c:pt idx="38">
                  <c:v>-0.61185789094271892</c:v>
                </c:pt>
                <c:pt idx="39">
                  <c:v>-0.68776615918397377</c:v>
                </c:pt>
                <c:pt idx="40">
                  <c:v>-0.7568024953079282</c:v>
                </c:pt>
                <c:pt idx="41">
                  <c:v>-0.81827711106441026</c:v>
                </c:pt>
                <c:pt idx="42">
                  <c:v>-0.87157577241358819</c:v>
                </c:pt>
                <c:pt idx="43">
                  <c:v>-0.9161659367494549</c:v>
                </c:pt>
                <c:pt idx="44">
                  <c:v>-0.95160207388951601</c:v>
                </c:pt>
                <c:pt idx="45">
                  <c:v>-0.97753011766509701</c:v>
                </c:pt>
                <c:pt idx="46">
                  <c:v>-0.99369100363346441</c:v>
                </c:pt>
                <c:pt idx="47">
                  <c:v>-0.99992325756410083</c:v>
                </c:pt>
                <c:pt idx="48">
                  <c:v>-0.99616460883584068</c:v>
                </c:pt>
                <c:pt idx="49">
                  <c:v>-0.98245261262433248</c:v>
                </c:pt>
                <c:pt idx="50">
                  <c:v>-0.95892427466313845</c:v>
                </c:pt>
                <c:pt idx="51">
                  <c:v>-0.92581468232773245</c:v>
                </c:pt>
                <c:pt idx="52">
                  <c:v>-0.88345465572015314</c:v>
                </c:pt>
                <c:pt idx="53">
                  <c:v>-0.83226744222390125</c:v>
                </c:pt>
                <c:pt idx="54">
                  <c:v>-0.77276448755598715</c:v>
                </c:pt>
                <c:pt idx="55">
                  <c:v>-0.70554032557039192</c:v>
                </c:pt>
                <c:pt idx="56">
                  <c:v>-0.63126663787232162</c:v>
                </c:pt>
                <c:pt idx="57">
                  <c:v>-0.55068554259763758</c:v>
                </c:pt>
                <c:pt idx="58">
                  <c:v>-0.46460217941375737</c:v>
                </c:pt>
                <c:pt idx="59">
                  <c:v>-0.37387666483023602</c:v>
                </c:pt>
                <c:pt idx="60">
                  <c:v>-0.27941549819892586</c:v>
                </c:pt>
                <c:pt idx="61">
                  <c:v>-0.18216250427209588</c:v>
                </c:pt>
                <c:pt idx="62">
                  <c:v>-8.3089402817496397E-2</c:v>
                </c:pt>
                <c:pt idx="63">
                  <c:v>1.6813900484349713E-2</c:v>
                </c:pt>
                <c:pt idx="64">
                  <c:v>0.11654920485049364</c:v>
                </c:pt>
                <c:pt idx="65">
                  <c:v>0.21511998808781552</c:v>
                </c:pt>
                <c:pt idx="66">
                  <c:v>0.31154136351337786</c:v>
                </c:pt>
                <c:pt idx="67">
                  <c:v>0.4048499206165983</c:v>
                </c:pt>
                <c:pt idx="68">
                  <c:v>0.49411335113860816</c:v>
                </c:pt>
                <c:pt idx="69">
                  <c:v>0.57843976438820011</c:v>
                </c:pt>
                <c:pt idx="70">
                  <c:v>0.65698659871878906</c:v>
                </c:pt>
                <c:pt idx="71">
                  <c:v>0.72896904012587593</c:v>
                </c:pt>
                <c:pt idx="72">
                  <c:v>0.79366786384915311</c:v>
                </c:pt>
                <c:pt idx="73">
                  <c:v>0.8504366206285644</c:v>
                </c:pt>
                <c:pt idx="74">
                  <c:v>0.89870809581162692</c:v>
                </c:pt>
                <c:pt idx="75">
                  <c:v>0.9379999767747389</c:v>
                </c:pt>
                <c:pt idx="76">
                  <c:v>0.96791967203148632</c:v>
                </c:pt>
                <c:pt idx="77">
                  <c:v>0.98816823387700037</c:v>
                </c:pt>
                <c:pt idx="78">
                  <c:v>0.99854334537460498</c:v>
                </c:pt>
                <c:pt idx="79">
                  <c:v>0.99894134183977201</c:v>
                </c:pt>
                <c:pt idx="80">
                  <c:v>0.98935824662338179</c:v>
                </c:pt>
                <c:pt idx="81">
                  <c:v>0.9698898108450863</c:v>
                </c:pt>
                <c:pt idx="82">
                  <c:v>0.94073055667977312</c:v>
                </c:pt>
                <c:pt idx="83">
                  <c:v>0.90217183375629328</c:v>
                </c:pt>
                <c:pt idx="84">
                  <c:v>0.85459890808828043</c:v>
                </c:pt>
                <c:pt idx="85">
                  <c:v>0.79848711262349026</c:v>
                </c:pt>
                <c:pt idx="86">
                  <c:v>0.73439709787411334</c:v>
                </c:pt>
                <c:pt idx="87">
                  <c:v>0.66296923008218334</c:v>
                </c:pt>
                <c:pt idx="88">
                  <c:v>0.58491719289176169</c:v>
                </c:pt>
                <c:pt idx="89">
                  <c:v>0.50102085645788463</c:v>
                </c:pt>
                <c:pt idx="90">
                  <c:v>0.41211848524175659</c:v>
                </c:pt>
                <c:pt idx="91">
                  <c:v>0.31909836234935213</c:v>
                </c:pt>
                <c:pt idx="92">
                  <c:v>0.22288991410024764</c:v>
                </c:pt>
                <c:pt idx="93">
                  <c:v>0.12445442350706171</c:v>
                </c:pt>
                <c:pt idx="94">
                  <c:v>2.4775425453357765E-2</c:v>
                </c:pt>
                <c:pt idx="95">
                  <c:v>-7.5151120461809301E-2</c:v>
                </c:pt>
                <c:pt idx="96">
                  <c:v>-0.17432678122297965</c:v>
                </c:pt>
                <c:pt idx="97">
                  <c:v>-0.27176062641094245</c:v>
                </c:pt>
                <c:pt idx="98">
                  <c:v>-0.36647912925192838</c:v>
                </c:pt>
                <c:pt idx="99">
                  <c:v>-0.45753589377532133</c:v>
                </c:pt>
                <c:pt idx="100">
                  <c:v>-0.54402111088936977</c:v>
                </c:pt>
                <c:pt idx="101">
                  <c:v>-0.62507064889288211</c:v>
                </c:pt>
                <c:pt idx="102">
                  <c:v>-0.69987468759354232</c:v>
                </c:pt>
                <c:pt idx="103">
                  <c:v>-0.76768580976358247</c:v>
                </c:pt>
                <c:pt idx="104">
                  <c:v>-0.82782646908565372</c:v>
                </c:pt>
                <c:pt idx="105">
                  <c:v>-0.87969575997167004</c:v>
                </c:pt>
                <c:pt idx="106">
                  <c:v>-0.92277542161280657</c:v>
                </c:pt>
                <c:pt idx="107">
                  <c:v>-0.95663501627018788</c:v>
                </c:pt>
                <c:pt idx="108">
                  <c:v>-0.98093623006649155</c:v>
                </c:pt>
                <c:pt idx="109">
                  <c:v>-0.99543625330637742</c:v>
                </c:pt>
                <c:pt idx="110">
                  <c:v>-0.99999020655070348</c:v>
                </c:pt>
                <c:pt idx="111">
                  <c:v>-0.99455258820398917</c:v>
                </c:pt>
                <c:pt idx="112">
                  <c:v>-0.9791777291513174</c:v>
                </c:pt>
                <c:pt idx="113">
                  <c:v>-0.95401924990208897</c:v>
                </c:pt>
                <c:pt idx="114">
                  <c:v>-0.91932852566467571</c:v>
                </c:pt>
                <c:pt idx="115">
                  <c:v>-0.87545217468842851</c:v>
                </c:pt>
                <c:pt idx="116">
                  <c:v>-0.82282859496870886</c:v>
                </c:pt>
                <c:pt idx="117">
                  <c:v>-0.76198358391903331</c:v>
                </c:pt>
                <c:pt idx="118">
                  <c:v>-0.69352508477712238</c:v>
                </c:pt>
                <c:pt idx="119">
                  <c:v>-0.61813711223703327</c:v>
                </c:pt>
                <c:pt idx="120">
                  <c:v>-0.53657291800043494</c:v>
                </c:pt>
                <c:pt idx="121">
                  <c:v>-0.44964746453460147</c:v>
                </c:pt>
                <c:pt idx="122">
                  <c:v>-0.35822928223682871</c:v>
                </c:pt>
                <c:pt idx="123">
                  <c:v>-0.26323179136580094</c:v>
                </c:pt>
                <c:pt idx="124">
                  <c:v>-0.16560417544830941</c:v>
                </c:pt>
                <c:pt idx="125">
                  <c:v>-6.6321897351200684E-2</c:v>
                </c:pt>
                <c:pt idx="126">
                  <c:v>3.3623047221136695E-2</c:v>
                </c:pt>
                <c:pt idx="127">
                  <c:v>0.13323204141994222</c:v>
                </c:pt>
                <c:pt idx="128">
                  <c:v>0.23150982510153895</c:v>
                </c:pt>
                <c:pt idx="129">
                  <c:v>0.32747443913769303</c:v>
                </c:pt>
                <c:pt idx="130">
                  <c:v>0.42016703682664092</c:v>
                </c:pt>
                <c:pt idx="131">
                  <c:v>0.5086614643723737</c:v>
                </c:pt>
                <c:pt idx="132">
                  <c:v>0.59207351470722303</c:v>
                </c:pt>
                <c:pt idx="133">
                  <c:v>0.66956976219660236</c:v>
                </c:pt>
                <c:pt idx="134">
                  <c:v>0.74037588995244863</c:v>
                </c:pt>
                <c:pt idx="135">
                  <c:v>0.80378442655162097</c:v>
                </c:pt>
                <c:pt idx="136">
                  <c:v>0.85916181485649579</c:v>
                </c:pt>
                <c:pt idx="137">
                  <c:v>0.90595474230846185</c:v>
                </c:pt>
                <c:pt idx="138">
                  <c:v>0.94369566944410477</c:v>
                </c:pt>
                <c:pt idx="139">
                  <c:v>0.97200750139497594</c:v>
                </c:pt>
                <c:pt idx="140">
                  <c:v>0.99060735569487035</c:v>
                </c:pt>
                <c:pt idx="141">
                  <c:v>0.99930938874791764</c:v>
                </c:pt>
                <c:pt idx="142">
                  <c:v>0.99802665271636171</c:v>
                </c:pt>
                <c:pt idx="143">
                  <c:v>0.98677196427461333</c:v>
                </c:pt>
                <c:pt idx="144">
                  <c:v>0.96565777654927742</c:v>
                </c:pt>
                <c:pt idx="145">
                  <c:v>0.93489505552468299</c:v>
                </c:pt>
                <c:pt idx="146">
                  <c:v>0.89479117214050419</c:v>
                </c:pt>
                <c:pt idx="147">
                  <c:v>0.84574683114293425</c:v>
                </c:pt>
                <c:pt idx="148">
                  <c:v>0.78825206737531628</c:v>
                </c:pt>
                <c:pt idx="149">
                  <c:v>0.72288134951197602</c:v>
                </c:pt>
                <c:pt idx="150">
                  <c:v>0.65028784015711683</c:v>
                </c:pt>
                <c:pt idx="151">
                  <c:v>0.57119686965998862</c:v>
                </c:pt>
                <c:pt idx="152">
                  <c:v>0.48639868885379967</c:v>
                </c:pt>
                <c:pt idx="153">
                  <c:v>0.39674057313061206</c:v>
                </c:pt>
                <c:pt idx="154">
                  <c:v>0.30311835674570226</c:v>
                </c:pt>
                <c:pt idx="155">
                  <c:v>0.2064674819377966</c:v>
                </c:pt>
                <c:pt idx="156">
                  <c:v>0.10775365229944406</c:v>
                </c:pt>
                <c:pt idx="157">
                  <c:v>7.9631837859373434E-3</c:v>
                </c:pt>
                <c:pt idx="158">
                  <c:v>-9.1906850227681636E-2</c:v>
                </c:pt>
                <c:pt idx="159">
                  <c:v>-0.19085858137418937</c:v>
                </c:pt>
                <c:pt idx="160">
                  <c:v>-0.2879033166650653</c:v>
                </c:pt>
                <c:pt idx="161">
                  <c:v>-0.38207141718400911</c:v>
                </c:pt>
                <c:pt idx="162">
                  <c:v>-0.47242198639846616</c:v>
                </c:pt>
                <c:pt idx="163">
                  <c:v>-0.55805227128677937</c:v>
                </c:pt>
                <c:pt idx="164">
                  <c:v>-0.63810668234794743</c:v>
                </c:pt>
                <c:pt idx="165">
                  <c:v>-0.71178534236912305</c:v>
                </c:pt>
                <c:pt idx="166">
                  <c:v>-0.77835207853429844</c:v>
                </c:pt>
                <c:pt idx="167">
                  <c:v>-0.83714177801974676</c:v>
                </c:pt>
                <c:pt idx="168">
                  <c:v>-0.88756703358150457</c:v>
                </c:pt>
                <c:pt idx="169">
                  <c:v>-0.9291240127343684</c:v>
                </c:pt>
                <c:pt idx="170">
                  <c:v>-0.96139749187955681</c:v>
                </c:pt>
                <c:pt idx="171">
                  <c:v>-0.98406500508164341</c:v>
                </c:pt>
                <c:pt idx="172">
                  <c:v>-0.99690006604159609</c:v>
                </c:pt>
                <c:pt idx="173">
                  <c:v>-0.99977443107301112</c:v>
                </c:pt>
                <c:pt idx="174">
                  <c:v>-0.99265938047063318</c:v>
                </c:pt>
                <c:pt idx="175">
                  <c:v>-0.97562600546815759</c:v>
                </c:pt>
                <c:pt idx="176">
                  <c:v>-0.94884449791812397</c:v>
                </c:pt>
                <c:pt idx="177">
                  <c:v>-0.91258244979118452</c:v>
                </c:pt>
                <c:pt idx="178">
                  <c:v>-0.86720217948558131</c:v>
                </c:pt>
                <c:pt idx="179">
                  <c:v>-0.81315711166148852</c:v>
                </c:pt>
                <c:pt idx="180">
                  <c:v>-0.75098724677167605</c:v>
                </c:pt>
                <c:pt idx="181">
                  <c:v>-0.68131376555549994</c:v>
                </c:pt>
                <c:pt idx="182">
                  <c:v>-0.60483282240628411</c:v>
                </c:pt>
                <c:pt idx="183">
                  <c:v>-0.52230858962673155</c:v>
                </c:pt>
                <c:pt idx="184">
                  <c:v>-0.43456562207189675</c:v>
                </c:pt>
                <c:pt idx="185">
                  <c:v>-0.34248061846961253</c:v>
                </c:pt>
                <c:pt idx="186">
                  <c:v>-0.24697366173662089</c:v>
                </c:pt>
                <c:pt idx="187">
                  <c:v>-0.1489990258141988</c:v>
                </c:pt>
                <c:pt idx="188">
                  <c:v>-4.9535640878367419E-2</c:v>
                </c:pt>
                <c:pt idx="189">
                  <c:v>5.0422687806811223E-2</c:v>
                </c:pt>
                <c:pt idx="190">
                  <c:v>0.14987720966295234</c:v>
                </c:pt>
                <c:pt idx="191">
                  <c:v>0.24783420798295983</c:v>
                </c:pt>
                <c:pt idx="192">
                  <c:v>0.34331492881989539</c:v>
                </c:pt>
                <c:pt idx="193">
                  <c:v>0.4353653603728932</c:v>
                </c:pt>
                <c:pt idx="194">
                  <c:v>0.52306576515769643</c:v>
                </c:pt>
                <c:pt idx="195">
                  <c:v>0.60553986971960105</c:v>
                </c:pt>
                <c:pt idx="196">
                  <c:v>0.6819636200681356</c:v>
                </c:pt>
                <c:pt idx="197">
                  <c:v>0.75157341535214828</c:v>
                </c:pt>
                <c:pt idx="198">
                  <c:v>0.81367373750710537</c:v>
                </c:pt>
                <c:pt idx="199">
                  <c:v>0.8676441006416673</c:v>
                </c:pt>
                <c:pt idx="200">
                  <c:v>0.91294525072762767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528-43F0-8868-E1777D9683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7511567"/>
        <c:axId val="1037512527"/>
      </c:scatterChart>
      <c:valAx>
        <c:axId val="103751156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37512527"/>
        <c:crosses val="autoZero"/>
        <c:crossBetween val="midCat"/>
      </c:valAx>
      <c:valAx>
        <c:axId val="103751252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751156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Sheet1!$A$2:$A$52</c:f>
              <c:numCache>
                <c:formatCode>General</c:formatCode>
                <c:ptCount val="5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</c:numCache>
            </c:numRef>
          </c:xVal>
          <c:yVal>
            <c:numRef>
              <c:f>Sheet1!$U$152:$U$202</c:f>
              <c:numCache>
                <c:formatCode>General</c:formatCode>
                <c:ptCount val="51"/>
                <c:pt idx="0">
                  <c:v>-4.9741743945586956E-16</c:v>
                </c:pt>
                <c:pt idx="1">
                  <c:v>-0.2483835074357866</c:v>
                </c:pt>
                <c:pt idx="2">
                  <c:v>-0.41829452000491912</c:v>
                </c:pt>
                <c:pt idx="3">
                  <c:v>-0.43536544320675291</c:v>
                </c:pt>
                <c:pt idx="4">
                  <c:v>-0.28005162261809097</c:v>
                </c:pt>
                <c:pt idx="5">
                  <c:v>5.4679232925753144E-16</c:v>
                </c:pt>
                <c:pt idx="6">
                  <c:v>0.30337630106356667</c:v>
                </c:pt>
                <c:pt idx="7">
                  <c:v>0.51090608045729247</c:v>
                </c:pt>
                <c:pt idx="8">
                  <c:v>0.53175655314035275</c:v>
                </c:pt>
                <c:pt idx="9">
                  <c:v>0.34205582429296738</c:v>
                </c:pt>
                <c:pt idx="10">
                  <c:v>-5.9364769697419789E-16</c:v>
                </c:pt>
                <c:pt idx="11">
                  <c:v>-0.37054465087947225</c:v>
                </c:pt>
                <c:pt idx="12">
                  <c:v>-0.62402209583133861</c:v>
                </c:pt>
                <c:pt idx="13">
                  <c:v>-0.64948892067537167</c:v>
                </c:pt>
                <c:pt idx="14">
                  <c:v>-0.41778792723618285</c:v>
                </c:pt>
                <c:pt idx="15">
                  <c:v>6.3444756765225314E-16</c:v>
                </c:pt>
                <c:pt idx="16">
                  <c:v>0.45258425860568458</c:v>
                </c:pt>
                <c:pt idx="17">
                  <c:v>0.76218230900128681</c:v>
                </c:pt>
                <c:pt idx="18">
                  <c:v>0.79328755910737081</c:v>
                </c:pt>
                <c:pt idx="19">
                  <c:v>0.51028732665229404</c:v>
                </c:pt>
                <c:pt idx="20">
                  <c:v>-6.6421372203297681E-16</c:v>
                </c:pt>
                <c:pt idx="21">
                  <c:v>-0.5527876617608587</c:v>
                </c:pt>
                <c:pt idx="22">
                  <c:v>-0.93093157443505858</c:v>
                </c:pt>
                <c:pt idx="23">
                  <c:v>-0.96892361270789162</c:v>
                </c:pt>
                <c:pt idx="24">
                  <c:v>-0.62326634822729166</c:v>
                </c:pt>
                <c:pt idx="25">
                  <c:v>6.7606039341575876E-16</c:v>
                </c:pt>
                <c:pt idx="26">
                  <c:v>0.67517637475162373</c:v>
                </c:pt>
                <c:pt idx="27">
                  <c:v>1.1370423926733706</c:v>
                </c:pt>
                <c:pt idx="28">
                  <c:v>1.1834459730079359</c:v>
                </c:pt>
                <c:pt idx="29">
                  <c:v>0.76125923679323115</c:v>
                </c:pt>
                <c:pt idx="30">
                  <c:v>-6.605936233606857E-16</c:v>
                </c:pt>
                <c:pt idx="31">
                  <c:v>-0.82466228636621741</c:v>
                </c:pt>
                <c:pt idx="32">
                  <c:v>-1.3887867145562929</c:v>
                </c:pt>
                <c:pt idx="33">
                  <c:v>-1.4454641755654378</c:v>
                </c:pt>
                <c:pt idx="34">
                  <c:v>-0.92980413149415853</c:v>
                </c:pt>
                <c:pt idx="35">
                  <c:v>6.0513815519682143E-16</c:v>
                </c:pt>
                <c:pt idx="36">
                  <c:v>1.0072447911183695</c:v>
                </c:pt>
                <c:pt idx="37">
                  <c:v>1.6962679236552567</c:v>
                </c:pt>
                <c:pt idx="38">
                  <c:v>1.7654939308573419</c:v>
                </c:pt>
                <c:pt idx="39">
                  <c:v>1.1356653307556879</c:v>
                </c:pt>
                <c:pt idx="40">
                  <c:v>-4.9274494121690304E-16</c:v>
                </c:pt>
                <c:pt idx="41">
                  <c:v>-1.2302515660144406</c:v>
                </c:pt>
                <c:pt idx="42">
                  <c:v>-2.0718263205311542</c:v>
                </c:pt>
                <c:pt idx="43">
                  <c:v>-2.1563791566641979</c:v>
                </c:pt>
                <c:pt idx="44">
                  <c:v>-1.3871047673318777</c:v>
                </c:pt>
                <c:pt idx="45">
                  <c:v>3.0092001513589812E-16</c:v>
                </c:pt>
                <c:pt idx="46">
                  <c:v>1.5026326559609058</c:v>
                </c:pt>
                <c:pt idx="47">
                  <c:v>2.5305343823255884</c:v>
                </c:pt>
                <c:pt idx="48">
                  <c:v>2.633807449588752</c:v>
                </c:pt>
                <c:pt idx="49">
                  <c:v>1.6942135886762761</c:v>
                </c:pt>
                <c:pt idx="5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A1E-457A-932C-E1BB922D08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7511567"/>
        <c:axId val="1037512527"/>
      </c:scatterChart>
      <c:valAx>
        <c:axId val="1037511567"/>
        <c:scaling>
          <c:orientation val="minMax"/>
          <c:max val="5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1037512527"/>
        <c:crosses val="autoZero"/>
        <c:crossBetween val="midCat"/>
      </c:valAx>
      <c:valAx>
        <c:axId val="1037512527"/>
        <c:scaling>
          <c:orientation val="minMax"/>
          <c:max val="5"/>
        </c:scaling>
        <c:delete val="1"/>
        <c:axPos val="l"/>
        <c:numFmt formatCode="General" sourceLinked="1"/>
        <c:majorTickMark val="none"/>
        <c:minorTickMark val="none"/>
        <c:tickLblPos val="nextTo"/>
        <c:crossAx val="1037511567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wave1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9.3000000000000007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9.8000000000000007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  <c:pt idx="131">
                  <c:v>13.1</c:v>
                </c:pt>
                <c:pt idx="132">
                  <c:v>13.2</c:v>
                </c:pt>
                <c:pt idx="133">
                  <c:v>13.3</c:v>
                </c:pt>
                <c:pt idx="134">
                  <c:v>13.4</c:v>
                </c:pt>
                <c:pt idx="135">
                  <c:v>13.5</c:v>
                </c:pt>
                <c:pt idx="136">
                  <c:v>13.6</c:v>
                </c:pt>
                <c:pt idx="137">
                  <c:v>13.7</c:v>
                </c:pt>
                <c:pt idx="138">
                  <c:v>13.8</c:v>
                </c:pt>
                <c:pt idx="139">
                  <c:v>13.9</c:v>
                </c:pt>
                <c:pt idx="140">
                  <c:v>14</c:v>
                </c:pt>
                <c:pt idx="141">
                  <c:v>14.1</c:v>
                </c:pt>
                <c:pt idx="142">
                  <c:v>14.2</c:v>
                </c:pt>
                <c:pt idx="143">
                  <c:v>14.3</c:v>
                </c:pt>
                <c:pt idx="144">
                  <c:v>14.4</c:v>
                </c:pt>
                <c:pt idx="145">
                  <c:v>14.5</c:v>
                </c:pt>
                <c:pt idx="146">
                  <c:v>14.6</c:v>
                </c:pt>
                <c:pt idx="147">
                  <c:v>14.7</c:v>
                </c:pt>
                <c:pt idx="148">
                  <c:v>14.8</c:v>
                </c:pt>
                <c:pt idx="149">
                  <c:v>14.9</c:v>
                </c:pt>
                <c:pt idx="150">
                  <c:v>15</c:v>
                </c:pt>
                <c:pt idx="151">
                  <c:v>15.1</c:v>
                </c:pt>
                <c:pt idx="152">
                  <c:v>15.2</c:v>
                </c:pt>
                <c:pt idx="153">
                  <c:v>15.3</c:v>
                </c:pt>
                <c:pt idx="154">
                  <c:v>15.4</c:v>
                </c:pt>
                <c:pt idx="155">
                  <c:v>15.5</c:v>
                </c:pt>
                <c:pt idx="156">
                  <c:v>15.6</c:v>
                </c:pt>
                <c:pt idx="157">
                  <c:v>15.7</c:v>
                </c:pt>
                <c:pt idx="158">
                  <c:v>15.8</c:v>
                </c:pt>
                <c:pt idx="159">
                  <c:v>15.9</c:v>
                </c:pt>
                <c:pt idx="160">
                  <c:v>16</c:v>
                </c:pt>
                <c:pt idx="161">
                  <c:v>16.100000000000001</c:v>
                </c:pt>
                <c:pt idx="162">
                  <c:v>16.2</c:v>
                </c:pt>
                <c:pt idx="163">
                  <c:v>16.3</c:v>
                </c:pt>
                <c:pt idx="164">
                  <c:v>16.399999999999999</c:v>
                </c:pt>
                <c:pt idx="165">
                  <c:v>16.5</c:v>
                </c:pt>
                <c:pt idx="166">
                  <c:v>16.600000000000001</c:v>
                </c:pt>
                <c:pt idx="167">
                  <c:v>16.7</c:v>
                </c:pt>
                <c:pt idx="168">
                  <c:v>16.8</c:v>
                </c:pt>
                <c:pt idx="169">
                  <c:v>16.899999999999999</c:v>
                </c:pt>
                <c:pt idx="170">
                  <c:v>17</c:v>
                </c:pt>
                <c:pt idx="171">
                  <c:v>17.100000000000001</c:v>
                </c:pt>
                <c:pt idx="172">
                  <c:v>17.2</c:v>
                </c:pt>
                <c:pt idx="173">
                  <c:v>17.3</c:v>
                </c:pt>
                <c:pt idx="174">
                  <c:v>17.399999999999999</c:v>
                </c:pt>
                <c:pt idx="175">
                  <c:v>17.5</c:v>
                </c:pt>
                <c:pt idx="176">
                  <c:v>17.600000000000001</c:v>
                </c:pt>
                <c:pt idx="177">
                  <c:v>17.7</c:v>
                </c:pt>
                <c:pt idx="178">
                  <c:v>17.8</c:v>
                </c:pt>
                <c:pt idx="179">
                  <c:v>17.899999999999999</c:v>
                </c:pt>
                <c:pt idx="180">
                  <c:v>18</c:v>
                </c:pt>
                <c:pt idx="181">
                  <c:v>18.100000000000001</c:v>
                </c:pt>
                <c:pt idx="182">
                  <c:v>18.2</c:v>
                </c:pt>
                <c:pt idx="183">
                  <c:v>18.3</c:v>
                </c:pt>
                <c:pt idx="184">
                  <c:v>18.399999999999999</c:v>
                </c:pt>
                <c:pt idx="185">
                  <c:v>18.5</c:v>
                </c:pt>
                <c:pt idx="186">
                  <c:v>18.600000000000001</c:v>
                </c:pt>
                <c:pt idx="187">
                  <c:v>18.7</c:v>
                </c:pt>
                <c:pt idx="188">
                  <c:v>18.8</c:v>
                </c:pt>
                <c:pt idx="189">
                  <c:v>18.899999999999999</c:v>
                </c:pt>
                <c:pt idx="190">
                  <c:v>19</c:v>
                </c:pt>
                <c:pt idx="191">
                  <c:v>19.100000000000001</c:v>
                </c:pt>
                <c:pt idx="192">
                  <c:v>19.2</c:v>
                </c:pt>
                <c:pt idx="193">
                  <c:v>19.3</c:v>
                </c:pt>
                <c:pt idx="194">
                  <c:v>19.399999999999999</c:v>
                </c:pt>
                <c:pt idx="195">
                  <c:v>19.5</c:v>
                </c:pt>
                <c:pt idx="196">
                  <c:v>19.600000000000001</c:v>
                </c:pt>
                <c:pt idx="197">
                  <c:v>19.7</c:v>
                </c:pt>
                <c:pt idx="198">
                  <c:v>19.8</c:v>
                </c:pt>
                <c:pt idx="199">
                  <c:v>19.899999999999999</c:v>
                </c:pt>
                <c:pt idx="200">
                  <c:v>20</c:v>
                </c:pt>
              </c:numCache>
            </c:numRef>
          </c:xVal>
          <c:yVal>
            <c:numRef>
              <c:f>Sheet1!$F$2:$F$202</c:f>
              <c:numCache>
                <c:formatCode>General</c:formatCode>
                <c:ptCount val="201"/>
                <c:pt idx="0">
                  <c:v>0</c:v>
                </c:pt>
                <c:pt idx="1">
                  <c:v>0.78943151720684801</c:v>
                </c:pt>
                <c:pt idx="2">
                  <c:v>1.399734879902532</c:v>
                </c:pt>
                <c:pt idx="3">
                  <c:v>1.7384004183951096</c:v>
                </c:pt>
                <c:pt idx="4">
                  <c:v>1.7641235875296084</c:v>
                </c:pt>
                <c:pt idx="5">
                  <c:v>1.4907899456479956</c:v>
                </c:pt>
                <c:pt idx="6">
                  <c:v>0.98191902389352392</c:v>
                </c:pt>
                <c:pt idx="7">
                  <c:v>0.33705988225980021</c:v>
                </c:pt>
                <c:pt idx="8">
                  <c:v>-0.32709825727740882</c:v>
                </c:pt>
                <c:pt idx="9">
                  <c:v>-0.89740641734737547</c:v>
                </c:pt>
                <c:pt idx="10">
                  <c:v>-1.2831347973935079</c:v>
                </c:pt>
                <c:pt idx="11">
                  <c:v>-1.4299707879959092</c:v>
                </c:pt>
                <c:pt idx="12">
                  <c:v>-1.3270592323494328</c:v>
                </c:pt>
                <c:pt idx="13">
                  <c:v>-1.0063026256744176</c:v>
                </c:pt>
                <c:pt idx="14">
                  <c:v>-0.53449003567041264</c:v>
                </c:pt>
                <c:pt idx="15">
                  <c:v>-3.1247565790626193E-16</c:v>
                </c:pt>
                <c:pt idx="16">
                  <c:v>0.50336375914857401</c:v>
                </c:pt>
                <c:pt idx="17">
                  <c:v>0.89251036423277641</c:v>
                </c:pt>
                <c:pt idx="18">
                  <c:v>1.108453045559791</c:v>
                </c:pt>
                <c:pt idx="19">
                  <c:v>1.1248548623488759</c:v>
                </c:pt>
                <c:pt idx="20">
                  <c:v>0.95056963749985579</c:v>
                </c:pt>
                <c:pt idx="21">
                  <c:v>0.62609921224748366</c:v>
                </c:pt>
                <c:pt idx="22">
                  <c:v>0.21491886971116872</c:v>
                </c:pt>
                <c:pt idx="23">
                  <c:v>-0.20856705718649676</c:v>
                </c:pt>
                <c:pt idx="24">
                  <c:v>-0.57221159514672448</c:v>
                </c:pt>
                <c:pt idx="25">
                  <c:v>-0.81816286914360126</c:v>
                </c:pt>
                <c:pt idx="26">
                  <c:v>-0.91178963042296191</c:v>
                </c:pt>
                <c:pt idx="27">
                  <c:v>-0.84617032541557835</c:v>
                </c:pt>
                <c:pt idx="28">
                  <c:v>-0.64164688318091589</c:v>
                </c:pt>
                <c:pt idx="29">
                  <c:v>-0.3408058935047818</c:v>
                </c:pt>
                <c:pt idx="30">
                  <c:v>-3.9848655235513474E-16</c:v>
                </c:pt>
                <c:pt idx="31">
                  <c:v>0.32095890333929322</c:v>
                </c:pt>
                <c:pt idx="32">
                  <c:v>0.5690897338490204</c:v>
                </c:pt>
                <c:pt idx="33">
                  <c:v>0.70678086659981476</c:v>
                </c:pt>
                <c:pt idx="34">
                  <c:v>0.71723912672227785</c:v>
                </c:pt>
                <c:pt idx="35">
                  <c:v>0.60610996094681224</c:v>
                </c:pt>
                <c:pt idx="36">
                  <c:v>0.39921848343721145</c:v>
                </c:pt>
                <c:pt idx="37">
                  <c:v>0.1370383216425734</c:v>
                </c:pt>
                <c:pt idx="38">
                  <c:v>-0.13298822716301847</c:v>
                </c:pt>
                <c:pt idx="39">
                  <c:v>-0.36485822174995225</c:v>
                </c:pt>
                <c:pt idx="40">
                  <c:v>-0.52168367797760073</c:v>
                </c:pt>
                <c:pt idx="41">
                  <c:v>-0.58138273671449314</c:v>
                </c:pt>
                <c:pt idx="42">
                  <c:v>-0.53954202055192968</c:v>
                </c:pt>
                <c:pt idx="43">
                  <c:v>-0.40913211611652006</c:v>
                </c:pt>
                <c:pt idx="44">
                  <c:v>-0.21730743193726013</c:v>
                </c:pt>
                <c:pt idx="45">
                  <c:v>-3.8112936573650638E-16</c:v>
                </c:pt>
                <c:pt idx="46">
                  <c:v>0.20465243228278401</c:v>
                </c:pt>
                <c:pt idx="47">
                  <c:v>0.36286763510107822</c:v>
                </c:pt>
                <c:pt idx="48">
                  <c:v>0.45066337757167496</c:v>
                </c:pt>
                <c:pt idx="49">
                  <c:v>0.45733185864274084</c:v>
                </c:pt>
                <c:pt idx="50">
                  <c:v>0.38647277407806074</c:v>
                </c:pt>
                <c:pt idx="51">
                  <c:v>0.25455294368731807</c:v>
                </c:pt>
                <c:pt idx="52">
                  <c:v>8.7379491730304945E-2</c:v>
                </c:pt>
                <c:pt idx="53">
                  <c:v>-8.4797037473411163E-2</c:v>
                </c:pt>
                <c:pt idx="54">
                  <c:v>-0.23264387353842905</c:v>
                </c:pt>
                <c:pt idx="55">
                  <c:v>-0.33264019932010591</c:v>
                </c:pt>
                <c:pt idx="56">
                  <c:v>-0.37070599979607033</c:v>
                </c:pt>
                <c:pt idx="57">
                  <c:v>-0.34402718128680343</c:v>
                </c:pt>
                <c:pt idx="58">
                  <c:v>-0.26087415496848143</c:v>
                </c:pt>
                <c:pt idx="59">
                  <c:v>-0.13856133615982957</c:v>
                </c:pt>
                <c:pt idx="60">
                  <c:v>-3.2402508400446312E-16</c:v>
                </c:pt>
                <c:pt idx="61">
                  <c:v>0.13049215212137164</c:v>
                </c:pt>
                <c:pt idx="62">
                  <c:v>0.23137461945286461</c:v>
                </c:pt>
                <c:pt idx="63">
                  <c:v>0.28735565644465211</c:v>
                </c:pt>
                <c:pt idx="64">
                  <c:v>0.29160766770412111</c:v>
                </c:pt>
                <c:pt idx="65">
                  <c:v>0.2464259205875331</c:v>
                </c:pt>
                <c:pt idx="66">
                  <c:v>0.16231012297322525</c:v>
                </c:pt>
                <c:pt idx="67">
                  <c:v>5.5715623801643514E-2</c:v>
                </c:pt>
                <c:pt idx="68">
                  <c:v>-5.4068978267174231E-2</c:v>
                </c:pt>
                <c:pt idx="69">
                  <c:v>-0.14834028307043881</c:v>
                </c:pt>
                <c:pt idx="70">
                  <c:v>-0.21210075544757731</c:v>
                </c:pt>
                <c:pt idx="71">
                  <c:v>-0.23637258144506973</c:v>
                </c:pt>
                <c:pt idx="72">
                  <c:v>-0.2193614157115534</c:v>
                </c:pt>
                <c:pt idx="73">
                  <c:v>-0.16634070523844491</c:v>
                </c:pt>
                <c:pt idx="74">
                  <c:v>-8.8350608661835334E-2</c:v>
                </c:pt>
                <c:pt idx="75">
                  <c:v>-1.0071659279128718E-15</c:v>
                </c:pt>
                <c:pt idx="76">
                  <c:v>8.3205469758297415E-2</c:v>
                </c:pt>
                <c:pt idx="77">
                  <c:v>0.14753097093392167</c:v>
                </c:pt>
                <c:pt idx="78">
                  <c:v>0.18322605607686504</c:v>
                </c:pt>
                <c:pt idx="79">
                  <c:v>0.18593725815691489</c:v>
                </c:pt>
                <c:pt idx="80">
                  <c:v>0.15712810425592297</c:v>
                </c:pt>
                <c:pt idx="81">
                  <c:v>0.10349350370092038</c:v>
                </c:pt>
                <c:pt idx="82">
                  <c:v>3.5525850221097277E-2</c:v>
                </c:pt>
                <c:pt idx="83">
                  <c:v>-3.4475902672576671E-2</c:v>
                </c:pt>
                <c:pt idx="84">
                  <c:v>-9.4585940505254026E-2</c:v>
                </c:pt>
                <c:pt idx="85">
                  <c:v>-0.13524141265362077</c:v>
                </c:pt>
                <c:pt idx="86">
                  <c:v>-0.15071781220088692</c:v>
                </c:pt>
                <c:pt idx="87">
                  <c:v>-0.13987101403729324</c:v>
                </c:pt>
                <c:pt idx="88">
                  <c:v>-0.10606351642065151</c:v>
                </c:pt>
                <c:pt idx="89">
                  <c:v>-5.6334835295704301E-2</c:v>
                </c:pt>
                <c:pt idx="90">
                  <c:v>-1.9760815222667045E-16</c:v>
                </c:pt>
                <c:pt idx="91">
                  <c:v>5.3054149886804083E-2</c:v>
                </c:pt>
                <c:pt idx="92">
                  <c:v>9.4069900303561424E-2</c:v>
                </c:pt>
                <c:pt idx="93">
                  <c:v>0.1168300914652388</c:v>
                </c:pt>
                <c:pt idx="94">
                  <c:v>0.11855883023621418</c:v>
                </c:pt>
                <c:pt idx="95">
                  <c:v>0.10018930268453743</c:v>
                </c:pt>
                <c:pt idx="96">
                  <c:v>6.599037146967901E-2</c:v>
                </c:pt>
                <c:pt idx="97">
                  <c:v>2.2652282211270244E-2</c:v>
                </c:pt>
                <c:pt idx="98">
                  <c:v>-2.1982806096607195E-2</c:v>
                </c:pt>
                <c:pt idx="99">
                  <c:v>-6.0310658413772096E-2</c:v>
                </c:pt>
                <c:pt idx="100">
                  <c:v>-8.6233731973045694E-2</c:v>
                </c:pt>
                <c:pt idx="101">
                  <c:v>-9.6101920010129058E-2</c:v>
                </c:pt>
                <c:pt idx="102">
                  <c:v>-8.9185696146062643E-2</c:v>
                </c:pt>
                <c:pt idx="103">
                  <c:v>-6.7629083929805184E-2</c:v>
                </c:pt>
                <c:pt idx="104">
                  <c:v>-3.5920676901517554E-2</c:v>
                </c:pt>
                <c:pt idx="105">
                  <c:v>-1.4700060765796684E-16</c:v>
                </c:pt>
                <c:pt idx="106">
                  <c:v>3.3828819528187393E-2</c:v>
                </c:pt>
                <c:pt idx="107">
                  <c:v>5.9981616653804366E-2</c:v>
                </c:pt>
                <c:pt idx="108">
                  <c:v>7.4494155274782911E-2</c:v>
                </c:pt>
                <c:pt idx="109">
                  <c:v>7.559644778195683E-2</c:v>
                </c:pt>
                <c:pt idx="110">
                  <c:v>6.3883519883016007E-2</c:v>
                </c:pt>
                <c:pt idx="111">
                  <c:v>4.207731858504566E-2</c:v>
                </c:pt>
                <c:pt idx="112">
                  <c:v>1.4443732836386551E-2</c:v>
                </c:pt>
                <c:pt idx="113">
                  <c:v>-1.4016856018839476E-2</c:v>
                </c:pt>
                <c:pt idx="114">
                  <c:v>-3.8455773647466031E-2</c:v>
                </c:pt>
                <c:pt idx="115">
                  <c:v>-5.4985055125420318E-2</c:v>
                </c:pt>
                <c:pt idx="116">
                  <c:v>-6.1277289623362083E-2</c:v>
                </c:pt>
                <c:pt idx="117">
                  <c:v>-5.6867310584715024E-2</c:v>
                </c:pt>
                <c:pt idx="118">
                  <c:v>-4.3122207782035751E-2</c:v>
                </c:pt>
                <c:pt idx="119">
                  <c:v>-2.2904034817717581E-2</c:v>
                </c:pt>
                <c:pt idx="120">
                  <c:v>-1.071219722836879E-16</c:v>
                </c:pt>
                <c:pt idx="121">
                  <c:v>2.1570207667305E-2</c:v>
                </c:pt>
                <c:pt idx="122">
                  <c:v>3.8245967358251039E-2</c:v>
                </c:pt>
                <c:pt idx="123">
                  <c:v>4.7499570534485322E-2</c:v>
                </c:pt>
                <c:pt idx="124">
                  <c:v>4.8202423268381055E-2</c:v>
                </c:pt>
                <c:pt idx="125">
                  <c:v>4.073393070210013E-2</c:v>
                </c:pt>
                <c:pt idx="126">
                  <c:v>2.682968287458342E-2</c:v>
                </c:pt>
                <c:pt idx="127">
                  <c:v>9.2097306709841911E-3</c:v>
                </c:pt>
                <c:pt idx="128">
                  <c:v>-8.9375419948408367E-3</c:v>
                </c:pt>
                <c:pt idx="129">
                  <c:v>-2.452048387001881E-2</c:v>
                </c:pt>
                <c:pt idx="130">
                  <c:v>-3.5060019066443203E-2</c:v>
                </c:pt>
                <c:pt idx="131">
                  <c:v>-3.9072124918936441E-2</c:v>
                </c:pt>
                <c:pt idx="132">
                  <c:v>-3.6260198135833074E-2</c:v>
                </c:pt>
                <c:pt idx="133">
                  <c:v>-2.7495933641909508E-2</c:v>
                </c:pt>
                <c:pt idx="134">
                  <c:v>-1.4604257385501781E-2</c:v>
                </c:pt>
                <c:pt idx="135">
                  <c:v>-7.684198333349258E-17</c:v>
                </c:pt>
                <c:pt idx="136">
                  <c:v>1.3753771645001481E-2</c:v>
                </c:pt>
                <c:pt idx="137">
                  <c:v>2.4386705473628128E-2</c:v>
                </c:pt>
                <c:pt idx="138">
                  <c:v>3.0287063362731927E-2</c:v>
                </c:pt>
                <c:pt idx="139">
                  <c:v>3.0735222052308185E-2</c:v>
                </c:pt>
                <c:pt idx="140">
                  <c:v>2.5973100941869613E-2</c:v>
                </c:pt>
                <c:pt idx="141">
                  <c:v>1.7107361099918814E-2</c:v>
                </c:pt>
                <c:pt idx="142">
                  <c:v>5.8723835446740091E-3</c:v>
                </c:pt>
                <c:pt idx="143">
                  <c:v>-5.6988283822125216E-3</c:v>
                </c:pt>
                <c:pt idx="144">
                  <c:v>-1.5634950806911591E-2</c:v>
                </c:pt>
                <c:pt idx="145">
                  <c:v>-2.2355255153160308E-2</c:v>
                </c:pt>
                <c:pt idx="146">
                  <c:v>-2.4913486791996467E-2</c:v>
                </c:pt>
                <c:pt idx="147">
                  <c:v>-2.3120523114790521E-2</c:v>
                </c:pt>
                <c:pt idx="148">
                  <c:v>-1.7532181345205695E-2</c:v>
                </c:pt>
                <c:pt idx="149">
                  <c:v>-9.3120856425261342E-3</c:v>
                </c:pt>
                <c:pt idx="150">
                  <c:v>-2.1230901561429449E-16</c:v>
                </c:pt>
                <c:pt idx="151">
                  <c:v>8.7697919918301101E-3</c:v>
                </c:pt>
                <c:pt idx="152">
                  <c:v>1.5549649935294179E-2</c:v>
                </c:pt>
                <c:pt idx="153">
                  <c:v>1.9311884230030281E-2</c:v>
                </c:pt>
                <c:pt idx="154">
                  <c:v>1.9597642826898003E-2</c:v>
                </c:pt>
                <c:pt idx="155">
                  <c:v>1.6561180345450077E-2</c:v>
                </c:pt>
                <c:pt idx="156">
                  <c:v>1.0908135037267461E-2</c:v>
                </c:pt>
                <c:pt idx="157">
                  <c:v>3.7443970652047348E-3</c:v>
                </c:pt>
                <c:pt idx="158">
                  <c:v>-3.6337334077598663E-3</c:v>
                </c:pt>
                <c:pt idx="159">
                  <c:v>-9.969284783708298E-3</c:v>
                </c:pt>
                <c:pt idx="160">
                  <c:v>-1.4254340022342667E-2</c:v>
                </c:pt>
                <c:pt idx="161">
                  <c:v>-1.5885540533634168E-2</c:v>
                </c:pt>
                <c:pt idx="162">
                  <c:v>-1.4742296418212364E-2</c:v>
                </c:pt>
                <c:pt idx="163">
                  <c:v>-1.1179012385041253E-2</c:v>
                </c:pt>
                <c:pt idx="164">
                  <c:v>-5.9376479559877897E-3</c:v>
                </c:pt>
                <c:pt idx="165">
                  <c:v>6.2477094157502124E-17</c:v>
                </c:pt>
                <c:pt idx="166">
                  <c:v>5.5918662578582322E-3</c:v>
                </c:pt>
                <c:pt idx="167">
                  <c:v>9.9148945466072495E-3</c:v>
                </c:pt>
                <c:pt idx="168">
                  <c:v>1.2313801045927851E-2</c:v>
                </c:pt>
                <c:pt idx="169">
                  <c:v>1.2496008771858714E-2</c:v>
                </c:pt>
                <c:pt idx="170">
                  <c:v>1.0559874812344128E-2</c:v>
                </c:pt>
                <c:pt idx="171">
                  <c:v>6.955333981453489E-3</c:v>
                </c:pt>
                <c:pt idx="172">
                  <c:v>2.3875329796244119E-3</c:v>
                </c:pt>
                <c:pt idx="173">
                  <c:v>-2.3169707162761302E-3</c:v>
                </c:pt>
                <c:pt idx="174">
                  <c:v>-6.3566966296270504E-3</c:v>
                </c:pt>
                <c:pt idx="175">
                  <c:v>-9.0889684810346559E-3</c:v>
                </c:pt>
                <c:pt idx="176">
                  <c:v>-1.0129067847973917E-2</c:v>
                </c:pt>
                <c:pt idx="177">
                  <c:v>-9.4001032158050595E-3</c:v>
                </c:pt>
                <c:pt idx="178">
                  <c:v>-7.128053004030719E-3</c:v>
                </c:pt>
                <c:pt idx="179">
                  <c:v>-3.7860114911572357E-3</c:v>
                </c:pt>
                <c:pt idx="180">
                  <c:v>-2.6560714383895832E-17</c:v>
                </c:pt>
                <c:pt idx="181">
                  <c:v>3.5655313461142478E-3</c:v>
                </c:pt>
                <c:pt idx="182">
                  <c:v>6.3220158832779372E-3</c:v>
                </c:pt>
                <c:pt idx="183">
                  <c:v>7.8516262003532501E-3</c:v>
                </c:pt>
                <c:pt idx="184">
                  <c:v>7.96780697584973E-3</c:v>
                </c:pt>
                <c:pt idx="185">
                  <c:v>6.7332734579523346E-3</c:v>
                </c:pt>
                <c:pt idx="186">
                  <c:v>4.4349167505063408E-3</c:v>
                </c:pt>
                <c:pt idx="187">
                  <c:v>1.5223582407338893E-3</c:v>
                </c:pt>
                <c:pt idx="188">
                  <c:v>-1.477365755180974E-3</c:v>
                </c:pt>
                <c:pt idx="189">
                  <c:v>-4.0532087223694143E-3</c:v>
                </c:pt>
                <c:pt idx="190">
                  <c:v>-5.7953821727106582E-3</c:v>
                </c:pt>
                <c:pt idx="191">
                  <c:v>-6.4585788095551464E-3</c:v>
                </c:pt>
                <c:pt idx="192">
                  <c:v>-5.9937704385476529E-3</c:v>
                </c:pt>
                <c:pt idx="193">
                  <c:v>-4.5450472616221649E-3</c:v>
                </c:pt>
                <c:pt idx="194">
                  <c:v>-2.4140675091254213E-3</c:v>
                </c:pt>
                <c:pt idx="195">
                  <c:v>-5.9273009349911709E-17</c:v>
                </c:pt>
                <c:pt idx="196">
                  <c:v>2.2734831617723574E-3</c:v>
                </c:pt>
                <c:pt idx="197">
                  <c:v>4.031095302178031E-3</c:v>
                </c:pt>
                <c:pt idx="198">
                  <c:v>5.0064179013563168E-3</c:v>
                </c:pt>
                <c:pt idx="199">
                  <c:v>5.0804980344901296E-3</c:v>
                </c:pt>
                <c:pt idx="200">
                  <c:v>4.2933247093580752E-3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23D-4ED3-AD63-68B22A4DC9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7511567"/>
        <c:axId val="1037512527"/>
      </c:scatterChart>
      <c:valAx>
        <c:axId val="1037511567"/>
        <c:scaling>
          <c:orientation val="minMax"/>
          <c:max val="5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1037512527"/>
        <c:crosses val="autoZero"/>
        <c:crossBetween val="midCat"/>
      </c:valAx>
      <c:valAx>
        <c:axId val="103751252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751156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Sheet1!$A$2:$A$52</c:f>
              <c:numCache>
                <c:formatCode>General</c:formatCode>
                <c:ptCount val="5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</c:numCache>
            </c:numRef>
          </c:xVal>
          <c:yVal>
            <c:numRef>
              <c:f>Sheet1!$U$152:$U$202</c:f>
              <c:numCache>
                <c:formatCode>General</c:formatCode>
                <c:ptCount val="51"/>
                <c:pt idx="0">
                  <c:v>-4.9741743945586956E-16</c:v>
                </c:pt>
                <c:pt idx="1">
                  <c:v>-0.2483835074357866</c:v>
                </c:pt>
                <c:pt idx="2">
                  <c:v>-0.41829452000491912</c:v>
                </c:pt>
                <c:pt idx="3">
                  <c:v>-0.43536544320675291</c:v>
                </c:pt>
                <c:pt idx="4">
                  <c:v>-0.28005162261809097</c:v>
                </c:pt>
                <c:pt idx="5">
                  <c:v>5.4679232925753144E-16</c:v>
                </c:pt>
                <c:pt idx="6">
                  <c:v>0.30337630106356667</c:v>
                </c:pt>
                <c:pt idx="7">
                  <c:v>0.51090608045729247</c:v>
                </c:pt>
                <c:pt idx="8">
                  <c:v>0.53175655314035275</c:v>
                </c:pt>
                <c:pt idx="9">
                  <c:v>0.34205582429296738</c:v>
                </c:pt>
                <c:pt idx="10">
                  <c:v>-5.9364769697419789E-16</c:v>
                </c:pt>
                <c:pt idx="11">
                  <c:v>-0.37054465087947225</c:v>
                </c:pt>
                <c:pt idx="12">
                  <c:v>-0.62402209583133861</c:v>
                </c:pt>
                <c:pt idx="13">
                  <c:v>-0.64948892067537167</c:v>
                </c:pt>
                <c:pt idx="14">
                  <c:v>-0.41778792723618285</c:v>
                </c:pt>
                <c:pt idx="15">
                  <c:v>6.3444756765225314E-16</c:v>
                </c:pt>
                <c:pt idx="16">
                  <c:v>0.45258425860568458</c:v>
                </c:pt>
                <c:pt idx="17">
                  <c:v>0.76218230900128681</c:v>
                </c:pt>
                <c:pt idx="18">
                  <c:v>0.79328755910737081</c:v>
                </c:pt>
                <c:pt idx="19">
                  <c:v>0.51028732665229404</c:v>
                </c:pt>
                <c:pt idx="20">
                  <c:v>-6.6421372203297681E-16</c:v>
                </c:pt>
                <c:pt idx="21">
                  <c:v>-0.5527876617608587</c:v>
                </c:pt>
                <c:pt idx="22">
                  <c:v>-0.93093157443505858</c:v>
                </c:pt>
                <c:pt idx="23">
                  <c:v>-0.96892361270789162</c:v>
                </c:pt>
                <c:pt idx="24">
                  <c:v>-0.62326634822729166</c:v>
                </c:pt>
                <c:pt idx="25">
                  <c:v>6.7606039341575876E-16</c:v>
                </c:pt>
                <c:pt idx="26">
                  <c:v>0.67517637475162373</c:v>
                </c:pt>
                <c:pt idx="27">
                  <c:v>1.1370423926733706</c:v>
                </c:pt>
                <c:pt idx="28">
                  <c:v>1.1834459730079359</c:v>
                </c:pt>
                <c:pt idx="29">
                  <c:v>0.76125923679323115</c:v>
                </c:pt>
                <c:pt idx="30">
                  <c:v>-6.605936233606857E-16</c:v>
                </c:pt>
                <c:pt idx="31">
                  <c:v>-0.82466228636621741</c:v>
                </c:pt>
                <c:pt idx="32">
                  <c:v>-1.3887867145562929</c:v>
                </c:pt>
                <c:pt idx="33">
                  <c:v>-1.4454641755654378</c:v>
                </c:pt>
                <c:pt idx="34">
                  <c:v>-0.92980413149415853</c:v>
                </c:pt>
                <c:pt idx="35">
                  <c:v>6.0513815519682143E-16</c:v>
                </c:pt>
                <c:pt idx="36">
                  <c:v>1.0072447911183695</c:v>
                </c:pt>
                <c:pt idx="37">
                  <c:v>1.6962679236552567</c:v>
                </c:pt>
                <c:pt idx="38">
                  <c:v>1.7654939308573419</c:v>
                </c:pt>
                <c:pt idx="39">
                  <c:v>1.1356653307556879</c:v>
                </c:pt>
                <c:pt idx="40">
                  <c:v>-4.9274494121690304E-16</c:v>
                </c:pt>
                <c:pt idx="41">
                  <c:v>-1.2302515660144406</c:v>
                </c:pt>
                <c:pt idx="42">
                  <c:v>-2.0718263205311542</c:v>
                </c:pt>
                <c:pt idx="43">
                  <c:v>-2.1563791566641979</c:v>
                </c:pt>
                <c:pt idx="44">
                  <c:v>-1.3871047673318777</c:v>
                </c:pt>
                <c:pt idx="45">
                  <c:v>3.0092001513589812E-16</c:v>
                </c:pt>
                <c:pt idx="46">
                  <c:v>1.5026326559609058</c:v>
                </c:pt>
                <c:pt idx="47">
                  <c:v>2.5305343823255884</c:v>
                </c:pt>
                <c:pt idx="48">
                  <c:v>2.633807449588752</c:v>
                </c:pt>
                <c:pt idx="49">
                  <c:v>1.6942135886762761</c:v>
                </c:pt>
                <c:pt idx="5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287-425D-8868-4E08BD8885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7511567"/>
        <c:axId val="1037512527"/>
      </c:scatterChart>
      <c:valAx>
        <c:axId val="1037511567"/>
        <c:scaling>
          <c:orientation val="minMax"/>
          <c:max val="5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1037512527"/>
        <c:crosses val="autoZero"/>
        <c:crossBetween val="midCat"/>
      </c:valAx>
      <c:valAx>
        <c:axId val="1037512527"/>
        <c:scaling>
          <c:orientation val="minMax"/>
          <c:max val="5"/>
        </c:scaling>
        <c:delete val="1"/>
        <c:axPos val="l"/>
        <c:numFmt formatCode="General" sourceLinked="1"/>
        <c:majorTickMark val="none"/>
        <c:minorTickMark val="none"/>
        <c:tickLblPos val="nextTo"/>
        <c:crossAx val="1037511567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Sinx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Sheet1!$B$2:$B$202</c:f>
              <c:numCache>
                <c:formatCode>General</c:formatCode>
                <c:ptCount val="20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9.3000000000000007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9.8000000000000007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  <c:pt idx="131">
                  <c:v>13.1</c:v>
                </c:pt>
                <c:pt idx="132">
                  <c:v>13.2</c:v>
                </c:pt>
                <c:pt idx="133">
                  <c:v>13.3</c:v>
                </c:pt>
                <c:pt idx="134">
                  <c:v>13.4</c:v>
                </c:pt>
                <c:pt idx="135">
                  <c:v>13.5</c:v>
                </c:pt>
                <c:pt idx="136">
                  <c:v>13.6</c:v>
                </c:pt>
                <c:pt idx="137">
                  <c:v>13.7</c:v>
                </c:pt>
                <c:pt idx="138">
                  <c:v>13.8</c:v>
                </c:pt>
                <c:pt idx="139">
                  <c:v>13.9</c:v>
                </c:pt>
                <c:pt idx="140">
                  <c:v>14</c:v>
                </c:pt>
                <c:pt idx="141">
                  <c:v>14.1</c:v>
                </c:pt>
                <c:pt idx="142">
                  <c:v>14.2</c:v>
                </c:pt>
                <c:pt idx="143">
                  <c:v>14.3</c:v>
                </c:pt>
                <c:pt idx="144">
                  <c:v>14.4</c:v>
                </c:pt>
                <c:pt idx="145">
                  <c:v>14.5</c:v>
                </c:pt>
                <c:pt idx="146">
                  <c:v>14.6</c:v>
                </c:pt>
                <c:pt idx="147">
                  <c:v>14.7</c:v>
                </c:pt>
                <c:pt idx="148">
                  <c:v>14.8</c:v>
                </c:pt>
                <c:pt idx="149">
                  <c:v>14.9</c:v>
                </c:pt>
                <c:pt idx="150">
                  <c:v>15</c:v>
                </c:pt>
                <c:pt idx="151">
                  <c:v>15.1</c:v>
                </c:pt>
                <c:pt idx="152">
                  <c:v>15.2</c:v>
                </c:pt>
                <c:pt idx="153">
                  <c:v>15.3</c:v>
                </c:pt>
                <c:pt idx="154">
                  <c:v>15.4</c:v>
                </c:pt>
                <c:pt idx="155">
                  <c:v>15.5</c:v>
                </c:pt>
                <c:pt idx="156">
                  <c:v>15.6</c:v>
                </c:pt>
                <c:pt idx="157">
                  <c:v>15.7</c:v>
                </c:pt>
                <c:pt idx="158">
                  <c:v>15.8</c:v>
                </c:pt>
                <c:pt idx="159">
                  <c:v>15.9</c:v>
                </c:pt>
                <c:pt idx="160">
                  <c:v>16</c:v>
                </c:pt>
                <c:pt idx="161">
                  <c:v>16.100000000000001</c:v>
                </c:pt>
                <c:pt idx="162">
                  <c:v>16.2</c:v>
                </c:pt>
                <c:pt idx="163">
                  <c:v>16.3</c:v>
                </c:pt>
                <c:pt idx="164">
                  <c:v>16.399999999999999</c:v>
                </c:pt>
                <c:pt idx="165">
                  <c:v>16.5</c:v>
                </c:pt>
                <c:pt idx="166">
                  <c:v>16.600000000000001</c:v>
                </c:pt>
                <c:pt idx="167">
                  <c:v>16.7</c:v>
                </c:pt>
                <c:pt idx="168">
                  <c:v>16.8</c:v>
                </c:pt>
                <c:pt idx="169">
                  <c:v>16.899999999999999</c:v>
                </c:pt>
                <c:pt idx="170">
                  <c:v>17</c:v>
                </c:pt>
                <c:pt idx="171">
                  <c:v>17.100000000000001</c:v>
                </c:pt>
                <c:pt idx="172">
                  <c:v>17.2</c:v>
                </c:pt>
                <c:pt idx="173">
                  <c:v>17.3</c:v>
                </c:pt>
                <c:pt idx="174">
                  <c:v>17.399999999999999</c:v>
                </c:pt>
                <c:pt idx="175">
                  <c:v>17.5</c:v>
                </c:pt>
                <c:pt idx="176">
                  <c:v>17.600000000000001</c:v>
                </c:pt>
                <c:pt idx="177">
                  <c:v>17.7</c:v>
                </c:pt>
                <c:pt idx="178">
                  <c:v>17.8</c:v>
                </c:pt>
                <c:pt idx="179">
                  <c:v>17.899999999999999</c:v>
                </c:pt>
                <c:pt idx="180">
                  <c:v>18</c:v>
                </c:pt>
                <c:pt idx="181">
                  <c:v>18.100000000000001</c:v>
                </c:pt>
                <c:pt idx="182">
                  <c:v>18.2</c:v>
                </c:pt>
                <c:pt idx="183">
                  <c:v>18.3</c:v>
                </c:pt>
                <c:pt idx="184">
                  <c:v>18.399999999999999</c:v>
                </c:pt>
                <c:pt idx="185">
                  <c:v>18.5</c:v>
                </c:pt>
                <c:pt idx="186">
                  <c:v>18.600000000000001</c:v>
                </c:pt>
                <c:pt idx="187">
                  <c:v>18.7</c:v>
                </c:pt>
                <c:pt idx="188">
                  <c:v>18.8</c:v>
                </c:pt>
                <c:pt idx="189">
                  <c:v>18.899999999999999</c:v>
                </c:pt>
                <c:pt idx="190">
                  <c:v>19</c:v>
                </c:pt>
                <c:pt idx="191">
                  <c:v>19.100000000000001</c:v>
                </c:pt>
                <c:pt idx="192">
                  <c:v>19.2</c:v>
                </c:pt>
                <c:pt idx="193">
                  <c:v>19.3</c:v>
                </c:pt>
                <c:pt idx="194">
                  <c:v>19.399999999999999</c:v>
                </c:pt>
                <c:pt idx="195">
                  <c:v>19.5</c:v>
                </c:pt>
                <c:pt idx="196">
                  <c:v>19.600000000000001</c:v>
                </c:pt>
                <c:pt idx="197">
                  <c:v>19.7</c:v>
                </c:pt>
                <c:pt idx="198">
                  <c:v>19.8</c:v>
                </c:pt>
                <c:pt idx="199">
                  <c:v>19.899999999999999</c:v>
                </c:pt>
                <c:pt idx="200">
                  <c:v>20</c:v>
                </c:pt>
              </c:numCache>
            </c:numRef>
          </c:xVal>
          <c:yVal>
            <c:numRef>
              <c:f>Sheet1!$D$2:$D$202</c:f>
              <c:numCache>
                <c:formatCode>General</c:formatCode>
                <c:ptCount val="201"/>
                <c:pt idx="0">
                  <c:v>0</c:v>
                </c:pt>
                <c:pt idx="1">
                  <c:v>9.9833416646828155E-2</c:v>
                </c:pt>
                <c:pt idx="2">
                  <c:v>0.19866933079506122</c:v>
                </c:pt>
                <c:pt idx="3">
                  <c:v>0.29552020666133955</c:v>
                </c:pt>
                <c:pt idx="4">
                  <c:v>0.38941834230865052</c:v>
                </c:pt>
                <c:pt idx="5">
                  <c:v>0.47942553860420301</c:v>
                </c:pt>
                <c:pt idx="6">
                  <c:v>0.56464247339503537</c:v>
                </c:pt>
                <c:pt idx="7">
                  <c:v>0.64421768723769102</c:v>
                </c:pt>
                <c:pt idx="8">
                  <c:v>0.71735609089952279</c:v>
                </c:pt>
                <c:pt idx="9">
                  <c:v>0.78332690962748341</c:v>
                </c:pt>
                <c:pt idx="10">
                  <c:v>0.8414709848078965</c:v>
                </c:pt>
                <c:pt idx="11">
                  <c:v>0.89120736006143542</c:v>
                </c:pt>
                <c:pt idx="12">
                  <c:v>0.93203908596722629</c:v>
                </c:pt>
                <c:pt idx="13">
                  <c:v>0.96355818541719296</c:v>
                </c:pt>
                <c:pt idx="14">
                  <c:v>0.98544972998846014</c:v>
                </c:pt>
                <c:pt idx="15">
                  <c:v>0.99749498660405445</c:v>
                </c:pt>
                <c:pt idx="16">
                  <c:v>0.99957360304150511</c:v>
                </c:pt>
                <c:pt idx="17">
                  <c:v>0.99166481045246857</c:v>
                </c:pt>
                <c:pt idx="18">
                  <c:v>0.97384763087819515</c:v>
                </c:pt>
                <c:pt idx="19">
                  <c:v>0.94630008768741447</c:v>
                </c:pt>
                <c:pt idx="20">
                  <c:v>0.90929742682568171</c:v>
                </c:pt>
                <c:pt idx="21">
                  <c:v>0.86320936664887371</c:v>
                </c:pt>
                <c:pt idx="22">
                  <c:v>0.80849640381959009</c:v>
                </c:pt>
                <c:pt idx="23">
                  <c:v>0.74570521217672026</c:v>
                </c:pt>
                <c:pt idx="24">
                  <c:v>0.67546318055115095</c:v>
                </c:pt>
                <c:pt idx="25">
                  <c:v>0.59847214410395655</c:v>
                </c:pt>
                <c:pt idx="26">
                  <c:v>0.51550137182146416</c:v>
                </c:pt>
                <c:pt idx="27">
                  <c:v>0.42737988023382978</c:v>
                </c:pt>
                <c:pt idx="28">
                  <c:v>0.33498815015590511</c:v>
                </c:pt>
                <c:pt idx="29">
                  <c:v>0.23924932921398243</c:v>
                </c:pt>
                <c:pt idx="30">
                  <c:v>0.14112000805986721</c:v>
                </c:pt>
                <c:pt idx="31">
                  <c:v>4.1580662433290491E-2</c:v>
                </c:pt>
                <c:pt idx="32">
                  <c:v>-5.8374143427580086E-2</c:v>
                </c:pt>
                <c:pt idx="33">
                  <c:v>-0.15774569414324821</c:v>
                </c:pt>
                <c:pt idx="34">
                  <c:v>-0.25554110202683122</c:v>
                </c:pt>
                <c:pt idx="35">
                  <c:v>-0.35078322768961984</c:v>
                </c:pt>
                <c:pt idx="36">
                  <c:v>-0.44252044329485246</c:v>
                </c:pt>
                <c:pt idx="37">
                  <c:v>-0.5298361409084934</c:v>
                </c:pt>
                <c:pt idx="38">
                  <c:v>-0.61185789094271892</c:v>
                </c:pt>
                <c:pt idx="39">
                  <c:v>-0.68776615918397377</c:v>
                </c:pt>
                <c:pt idx="40">
                  <c:v>-0.7568024953079282</c:v>
                </c:pt>
                <c:pt idx="41">
                  <c:v>-0.81827711106441026</c:v>
                </c:pt>
                <c:pt idx="42">
                  <c:v>-0.87157577241358819</c:v>
                </c:pt>
                <c:pt idx="43">
                  <c:v>-0.9161659367494549</c:v>
                </c:pt>
                <c:pt idx="44">
                  <c:v>-0.95160207388951601</c:v>
                </c:pt>
                <c:pt idx="45">
                  <c:v>-0.97753011766509701</c:v>
                </c:pt>
                <c:pt idx="46">
                  <c:v>-0.99369100363346441</c:v>
                </c:pt>
                <c:pt idx="47">
                  <c:v>-0.99992325756410083</c:v>
                </c:pt>
                <c:pt idx="48">
                  <c:v>-0.99616460883584068</c:v>
                </c:pt>
                <c:pt idx="49">
                  <c:v>-0.98245261262433248</c:v>
                </c:pt>
                <c:pt idx="50">
                  <c:v>-0.95892427466313845</c:v>
                </c:pt>
                <c:pt idx="51">
                  <c:v>-0.92581468232773245</c:v>
                </c:pt>
                <c:pt idx="52">
                  <c:v>-0.88345465572015314</c:v>
                </c:pt>
                <c:pt idx="53">
                  <c:v>-0.83226744222390125</c:v>
                </c:pt>
                <c:pt idx="54">
                  <c:v>-0.77276448755598715</c:v>
                </c:pt>
                <c:pt idx="55">
                  <c:v>-0.70554032557039192</c:v>
                </c:pt>
                <c:pt idx="56">
                  <c:v>-0.63126663787232162</c:v>
                </c:pt>
                <c:pt idx="57">
                  <c:v>-0.55068554259763758</c:v>
                </c:pt>
                <c:pt idx="58">
                  <c:v>-0.46460217941375737</c:v>
                </c:pt>
                <c:pt idx="59">
                  <c:v>-0.37387666483023602</c:v>
                </c:pt>
                <c:pt idx="60">
                  <c:v>-0.27941549819892586</c:v>
                </c:pt>
                <c:pt idx="61">
                  <c:v>-0.18216250427209588</c:v>
                </c:pt>
                <c:pt idx="62">
                  <c:v>-8.3089402817496397E-2</c:v>
                </c:pt>
                <c:pt idx="63">
                  <c:v>1.6813900484349713E-2</c:v>
                </c:pt>
                <c:pt idx="64">
                  <c:v>0.11654920485049364</c:v>
                </c:pt>
                <c:pt idx="65">
                  <c:v>0.21511998808781552</c:v>
                </c:pt>
                <c:pt idx="66">
                  <c:v>0.31154136351337786</c:v>
                </c:pt>
                <c:pt idx="67">
                  <c:v>0.4048499206165983</c:v>
                </c:pt>
                <c:pt idx="68">
                  <c:v>0.49411335113860816</c:v>
                </c:pt>
                <c:pt idx="69">
                  <c:v>0.57843976438820011</c:v>
                </c:pt>
                <c:pt idx="70">
                  <c:v>0.65698659871878906</c:v>
                </c:pt>
                <c:pt idx="71">
                  <c:v>0.72896904012587593</c:v>
                </c:pt>
                <c:pt idx="72">
                  <c:v>0.79366786384915311</c:v>
                </c:pt>
                <c:pt idx="73">
                  <c:v>0.8504366206285644</c:v>
                </c:pt>
                <c:pt idx="74">
                  <c:v>0.89870809581162692</c:v>
                </c:pt>
                <c:pt idx="75">
                  <c:v>0.9379999767747389</c:v>
                </c:pt>
                <c:pt idx="76">
                  <c:v>0.96791967203148632</c:v>
                </c:pt>
                <c:pt idx="77">
                  <c:v>0.98816823387700037</c:v>
                </c:pt>
                <c:pt idx="78">
                  <c:v>0.99854334537460498</c:v>
                </c:pt>
                <c:pt idx="79">
                  <c:v>0.99894134183977201</c:v>
                </c:pt>
                <c:pt idx="80">
                  <c:v>0.98935824662338179</c:v>
                </c:pt>
                <c:pt idx="81">
                  <c:v>0.9698898108450863</c:v>
                </c:pt>
                <c:pt idx="82">
                  <c:v>0.94073055667977312</c:v>
                </c:pt>
                <c:pt idx="83">
                  <c:v>0.90217183375629328</c:v>
                </c:pt>
                <c:pt idx="84">
                  <c:v>0.85459890808828043</c:v>
                </c:pt>
                <c:pt idx="85">
                  <c:v>0.79848711262349026</c:v>
                </c:pt>
                <c:pt idx="86">
                  <c:v>0.73439709787411334</c:v>
                </c:pt>
                <c:pt idx="87">
                  <c:v>0.66296923008218334</c:v>
                </c:pt>
                <c:pt idx="88">
                  <c:v>0.58491719289176169</c:v>
                </c:pt>
                <c:pt idx="89">
                  <c:v>0.50102085645788463</c:v>
                </c:pt>
                <c:pt idx="90">
                  <c:v>0.41211848524175659</c:v>
                </c:pt>
                <c:pt idx="91">
                  <c:v>0.31909836234935213</c:v>
                </c:pt>
                <c:pt idx="92">
                  <c:v>0.22288991410024764</c:v>
                </c:pt>
                <c:pt idx="93">
                  <c:v>0.12445442350706171</c:v>
                </c:pt>
                <c:pt idx="94">
                  <c:v>2.4775425453357765E-2</c:v>
                </c:pt>
                <c:pt idx="95">
                  <c:v>-7.5151120461809301E-2</c:v>
                </c:pt>
                <c:pt idx="96">
                  <c:v>-0.17432678122297965</c:v>
                </c:pt>
                <c:pt idx="97">
                  <c:v>-0.27176062641094245</c:v>
                </c:pt>
                <c:pt idx="98">
                  <c:v>-0.36647912925192838</c:v>
                </c:pt>
                <c:pt idx="99">
                  <c:v>-0.45753589377532133</c:v>
                </c:pt>
                <c:pt idx="100">
                  <c:v>-0.54402111088936977</c:v>
                </c:pt>
                <c:pt idx="101">
                  <c:v>-0.62507064889288211</c:v>
                </c:pt>
                <c:pt idx="102">
                  <c:v>-0.69987468759354232</c:v>
                </c:pt>
                <c:pt idx="103">
                  <c:v>-0.76768580976358247</c:v>
                </c:pt>
                <c:pt idx="104">
                  <c:v>-0.82782646908565372</c:v>
                </c:pt>
                <c:pt idx="105">
                  <c:v>-0.87969575997167004</c:v>
                </c:pt>
                <c:pt idx="106">
                  <c:v>-0.92277542161280657</c:v>
                </c:pt>
                <c:pt idx="107">
                  <c:v>-0.95663501627018788</c:v>
                </c:pt>
                <c:pt idx="108">
                  <c:v>-0.98093623006649155</c:v>
                </c:pt>
                <c:pt idx="109">
                  <c:v>-0.99543625330637742</c:v>
                </c:pt>
                <c:pt idx="110">
                  <c:v>-0.99999020655070348</c:v>
                </c:pt>
                <c:pt idx="111">
                  <c:v>-0.99455258820398917</c:v>
                </c:pt>
                <c:pt idx="112">
                  <c:v>-0.9791777291513174</c:v>
                </c:pt>
                <c:pt idx="113">
                  <c:v>-0.95401924990208897</c:v>
                </c:pt>
                <c:pt idx="114">
                  <c:v>-0.91932852566467571</c:v>
                </c:pt>
                <c:pt idx="115">
                  <c:v>-0.87545217468842851</c:v>
                </c:pt>
                <c:pt idx="116">
                  <c:v>-0.82282859496870886</c:v>
                </c:pt>
                <c:pt idx="117">
                  <c:v>-0.76198358391903331</c:v>
                </c:pt>
                <c:pt idx="118">
                  <c:v>-0.69352508477712238</c:v>
                </c:pt>
                <c:pt idx="119">
                  <c:v>-0.61813711223703327</c:v>
                </c:pt>
                <c:pt idx="120">
                  <c:v>-0.53657291800043494</c:v>
                </c:pt>
                <c:pt idx="121">
                  <c:v>-0.44964746453460147</c:v>
                </c:pt>
                <c:pt idx="122">
                  <c:v>-0.35822928223682871</c:v>
                </c:pt>
                <c:pt idx="123">
                  <c:v>-0.26323179136580094</c:v>
                </c:pt>
                <c:pt idx="124">
                  <c:v>-0.16560417544830941</c:v>
                </c:pt>
                <c:pt idx="125">
                  <c:v>-6.6321897351200684E-2</c:v>
                </c:pt>
                <c:pt idx="126">
                  <c:v>3.3623047221136695E-2</c:v>
                </c:pt>
                <c:pt idx="127">
                  <c:v>0.13323204141994222</c:v>
                </c:pt>
                <c:pt idx="128">
                  <c:v>0.23150982510153895</c:v>
                </c:pt>
                <c:pt idx="129">
                  <c:v>0.32747443913769303</c:v>
                </c:pt>
                <c:pt idx="130">
                  <c:v>0.42016703682664092</c:v>
                </c:pt>
                <c:pt idx="131">
                  <c:v>0.5086614643723737</c:v>
                </c:pt>
                <c:pt idx="132">
                  <c:v>0.59207351470722303</c:v>
                </c:pt>
                <c:pt idx="133">
                  <c:v>0.66956976219660236</c:v>
                </c:pt>
                <c:pt idx="134">
                  <c:v>0.74037588995244863</c:v>
                </c:pt>
                <c:pt idx="135">
                  <c:v>0.80378442655162097</c:v>
                </c:pt>
                <c:pt idx="136">
                  <c:v>0.85916181485649579</c:v>
                </c:pt>
                <c:pt idx="137">
                  <c:v>0.90595474230846185</c:v>
                </c:pt>
                <c:pt idx="138">
                  <c:v>0.94369566944410477</c:v>
                </c:pt>
                <c:pt idx="139">
                  <c:v>0.97200750139497594</c:v>
                </c:pt>
                <c:pt idx="140">
                  <c:v>0.99060735569487035</c:v>
                </c:pt>
                <c:pt idx="141">
                  <c:v>0.99930938874791764</c:v>
                </c:pt>
                <c:pt idx="142">
                  <c:v>0.99802665271636171</c:v>
                </c:pt>
                <c:pt idx="143">
                  <c:v>0.98677196427461333</c:v>
                </c:pt>
                <c:pt idx="144">
                  <c:v>0.96565777654927742</c:v>
                </c:pt>
                <c:pt idx="145">
                  <c:v>0.93489505552468299</c:v>
                </c:pt>
                <c:pt idx="146">
                  <c:v>0.89479117214050419</c:v>
                </c:pt>
                <c:pt idx="147">
                  <c:v>0.84574683114293425</c:v>
                </c:pt>
                <c:pt idx="148">
                  <c:v>0.78825206737531628</c:v>
                </c:pt>
                <c:pt idx="149">
                  <c:v>0.72288134951197602</c:v>
                </c:pt>
                <c:pt idx="150">
                  <c:v>0.65028784015711683</c:v>
                </c:pt>
                <c:pt idx="151">
                  <c:v>0.57119686965998862</c:v>
                </c:pt>
                <c:pt idx="152">
                  <c:v>0.48639868885379967</c:v>
                </c:pt>
                <c:pt idx="153">
                  <c:v>0.39674057313061206</c:v>
                </c:pt>
                <c:pt idx="154">
                  <c:v>0.30311835674570226</c:v>
                </c:pt>
                <c:pt idx="155">
                  <c:v>0.2064674819377966</c:v>
                </c:pt>
                <c:pt idx="156">
                  <c:v>0.10775365229944406</c:v>
                </c:pt>
                <c:pt idx="157">
                  <c:v>7.9631837859373434E-3</c:v>
                </c:pt>
                <c:pt idx="158">
                  <c:v>-9.1906850227681636E-2</c:v>
                </c:pt>
                <c:pt idx="159">
                  <c:v>-0.19085858137418937</c:v>
                </c:pt>
                <c:pt idx="160">
                  <c:v>-0.2879033166650653</c:v>
                </c:pt>
                <c:pt idx="161">
                  <c:v>-0.38207141718400911</c:v>
                </c:pt>
                <c:pt idx="162">
                  <c:v>-0.47242198639846616</c:v>
                </c:pt>
                <c:pt idx="163">
                  <c:v>-0.55805227128677937</c:v>
                </c:pt>
                <c:pt idx="164">
                  <c:v>-0.63810668234794743</c:v>
                </c:pt>
                <c:pt idx="165">
                  <c:v>-0.71178534236912305</c:v>
                </c:pt>
                <c:pt idx="166">
                  <c:v>-0.77835207853429844</c:v>
                </c:pt>
                <c:pt idx="167">
                  <c:v>-0.83714177801974676</c:v>
                </c:pt>
                <c:pt idx="168">
                  <c:v>-0.88756703358150457</c:v>
                </c:pt>
                <c:pt idx="169">
                  <c:v>-0.9291240127343684</c:v>
                </c:pt>
                <c:pt idx="170">
                  <c:v>-0.96139749187955681</c:v>
                </c:pt>
                <c:pt idx="171">
                  <c:v>-0.98406500508164341</c:v>
                </c:pt>
                <c:pt idx="172">
                  <c:v>-0.99690006604159609</c:v>
                </c:pt>
                <c:pt idx="173">
                  <c:v>-0.99977443107301112</c:v>
                </c:pt>
                <c:pt idx="174">
                  <c:v>-0.99265938047063318</c:v>
                </c:pt>
                <c:pt idx="175">
                  <c:v>-0.97562600546815759</c:v>
                </c:pt>
                <c:pt idx="176">
                  <c:v>-0.94884449791812397</c:v>
                </c:pt>
                <c:pt idx="177">
                  <c:v>-0.91258244979118452</c:v>
                </c:pt>
                <c:pt idx="178">
                  <c:v>-0.86720217948558131</c:v>
                </c:pt>
                <c:pt idx="179">
                  <c:v>-0.81315711166148852</c:v>
                </c:pt>
                <c:pt idx="180">
                  <c:v>-0.75098724677167605</c:v>
                </c:pt>
                <c:pt idx="181">
                  <c:v>-0.68131376555549994</c:v>
                </c:pt>
                <c:pt idx="182">
                  <c:v>-0.60483282240628411</c:v>
                </c:pt>
                <c:pt idx="183">
                  <c:v>-0.52230858962673155</c:v>
                </c:pt>
                <c:pt idx="184">
                  <c:v>-0.43456562207189675</c:v>
                </c:pt>
                <c:pt idx="185">
                  <c:v>-0.34248061846961253</c:v>
                </c:pt>
                <c:pt idx="186">
                  <c:v>-0.24697366173662089</c:v>
                </c:pt>
                <c:pt idx="187">
                  <c:v>-0.1489990258141988</c:v>
                </c:pt>
                <c:pt idx="188">
                  <c:v>-4.9535640878367419E-2</c:v>
                </c:pt>
                <c:pt idx="189">
                  <c:v>5.0422687806811223E-2</c:v>
                </c:pt>
                <c:pt idx="190">
                  <c:v>0.14987720966295234</c:v>
                </c:pt>
                <c:pt idx="191">
                  <c:v>0.24783420798295983</c:v>
                </c:pt>
                <c:pt idx="192">
                  <c:v>0.34331492881989539</c:v>
                </c:pt>
                <c:pt idx="193">
                  <c:v>0.4353653603728932</c:v>
                </c:pt>
                <c:pt idx="194">
                  <c:v>0.52306576515769643</c:v>
                </c:pt>
                <c:pt idx="195">
                  <c:v>0.60553986971960105</c:v>
                </c:pt>
                <c:pt idx="196">
                  <c:v>0.6819636200681356</c:v>
                </c:pt>
                <c:pt idx="197">
                  <c:v>0.75157341535214828</c:v>
                </c:pt>
                <c:pt idx="198">
                  <c:v>0.81367373750710537</c:v>
                </c:pt>
                <c:pt idx="199">
                  <c:v>0.8676441006416673</c:v>
                </c:pt>
                <c:pt idx="200">
                  <c:v>0.91294525072762767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528-43F0-8868-E1777D9683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7511567"/>
        <c:axId val="1037512527"/>
      </c:scatterChart>
      <c:valAx>
        <c:axId val="103751156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37512527"/>
        <c:crosses val="autoZero"/>
        <c:crossBetween val="midCat"/>
      </c:valAx>
      <c:valAx>
        <c:axId val="103751252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751156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Sheet1!$A$2:$A$52</c:f>
              <c:numCache>
                <c:formatCode>General</c:formatCode>
                <c:ptCount val="5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</c:numCache>
            </c:numRef>
          </c:xVal>
          <c:yVal>
            <c:numRef>
              <c:f>Sheet1!$U$152:$U$202</c:f>
              <c:numCache>
                <c:formatCode>General</c:formatCode>
                <c:ptCount val="51"/>
                <c:pt idx="0">
                  <c:v>-4.9741743945586956E-16</c:v>
                </c:pt>
                <c:pt idx="1">
                  <c:v>-0.2483835074357866</c:v>
                </c:pt>
                <c:pt idx="2">
                  <c:v>-0.41829452000491912</c:v>
                </c:pt>
                <c:pt idx="3">
                  <c:v>-0.43536544320675291</c:v>
                </c:pt>
                <c:pt idx="4">
                  <c:v>-0.28005162261809097</c:v>
                </c:pt>
                <c:pt idx="5">
                  <c:v>5.4679232925753144E-16</c:v>
                </c:pt>
                <c:pt idx="6">
                  <c:v>0.30337630106356667</c:v>
                </c:pt>
                <c:pt idx="7">
                  <c:v>0.51090608045729247</c:v>
                </c:pt>
                <c:pt idx="8">
                  <c:v>0.53175655314035275</c:v>
                </c:pt>
                <c:pt idx="9">
                  <c:v>0.34205582429296738</c:v>
                </c:pt>
                <c:pt idx="10">
                  <c:v>-5.9364769697419789E-16</c:v>
                </c:pt>
                <c:pt idx="11">
                  <c:v>-0.37054465087947225</c:v>
                </c:pt>
                <c:pt idx="12">
                  <c:v>-0.62402209583133861</c:v>
                </c:pt>
                <c:pt idx="13">
                  <c:v>-0.64948892067537167</c:v>
                </c:pt>
                <c:pt idx="14">
                  <c:v>-0.41778792723618285</c:v>
                </c:pt>
                <c:pt idx="15">
                  <c:v>6.3444756765225314E-16</c:v>
                </c:pt>
                <c:pt idx="16">
                  <c:v>0.45258425860568458</c:v>
                </c:pt>
                <c:pt idx="17">
                  <c:v>0.76218230900128681</c:v>
                </c:pt>
                <c:pt idx="18">
                  <c:v>0.79328755910737081</c:v>
                </c:pt>
                <c:pt idx="19">
                  <c:v>0.51028732665229404</c:v>
                </c:pt>
                <c:pt idx="20">
                  <c:v>-6.6421372203297681E-16</c:v>
                </c:pt>
                <c:pt idx="21">
                  <c:v>-0.5527876617608587</c:v>
                </c:pt>
                <c:pt idx="22">
                  <c:v>-0.93093157443505858</c:v>
                </c:pt>
                <c:pt idx="23">
                  <c:v>-0.96892361270789162</c:v>
                </c:pt>
                <c:pt idx="24">
                  <c:v>-0.62326634822729166</c:v>
                </c:pt>
                <c:pt idx="25">
                  <c:v>6.7606039341575876E-16</c:v>
                </c:pt>
                <c:pt idx="26">
                  <c:v>0.67517637475162373</c:v>
                </c:pt>
                <c:pt idx="27">
                  <c:v>1.1370423926733706</c:v>
                </c:pt>
                <c:pt idx="28">
                  <c:v>1.1834459730079359</c:v>
                </c:pt>
                <c:pt idx="29">
                  <c:v>0.76125923679323115</c:v>
                </c:pt>
                <c:pt idx="30">
                  <c:v>-6.605936233606857E-16</c:v>
                </c:pt>
                <c:pt idx="31">
                  <c:v>-0.82466228636621741</c:v>
                </c:pt>
                <c:pt idx="32">
                  <c:v>-1.3887867145562929</c:v>
                </c:pt>
                <c:pt idx="33">
                  <c:v>-1.4454641755654378</c:v>
                </c:pt>
                <c:pt idx="34">
                  <c:v>-0.92980413149415853</c:v>
                </c:pt>
                <c:pt idx="35">
                  <c:v>6.0513815519682143E-16</c:v>
                </c:pt>
                <c:pt idx="36">
                  <c:v>1.0072447911183695</c:v>
                </c:pt>
                <c:pt idx="37">
                  <c:v>1.6962679236552567</c:v>
                </c:pt>
                <c:pt idx="38">
                  <c:v>1.7654939308573419</c:v>
                </c:pt>
                <c:pt idx="39">
                  <c:v>1.1356653307556879</c:v>
                </c:pt>
                <c:pt idx="40">
                  <c:v>-4.9274494121690304E-16</c:v>
                </c:pt>
                <c:pt idx="41">
                  <c:v>-1.2302515660144406</c:v>
                </c:pt>
                <c:pt idx="42">
                  <c:v>-2.0718263205311542</c:v>
                </c:pt>
                <c:pt idx="43">
                  <c:v>-2.1563791566641979</c:v>
                </c:pt>
                <c:pt idx="44">
                  <c:v>-1.3871047673318777</c:v>
                </c:pt>
                <c:pt idx="45">
                  <c:v>3.0092001513589812E-16</c:v>
                </c:pt>
                <c:pt idx="46">
                  <c:v>1.5026326559609058</c:v>
                </c:pt>
                <c:pt idx="47">
                  <c:v>2.5305343823255884</c:v>
                </c:pt>
                <c:pt idx="48">
                  <c:v>2.633807449588752</c:v>
                </c:pt>
                <c:pt idx="49">
                  <c:v>1.6942135886762761</c:v>
                </c:pt>
                <c:pt idx="5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287-425D-8868-4E08BD8885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7511567"/>
        <c:axId val="1037512527"/>
      </c:scatterChart>
      <c:valAx>
        <c:axId val="1037511567"/>
        <c:scaling>
          <c:orientation val="minMax"/>
          <c:max val="5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1037512527"/>
        <c:crosses val="autoZero"/>
        <c:crossBetween val="midCat"/>
      </c:valAx>
      <c:valAx>
        <c:axId val="1037512527"/>
        <c:scaling>
          <c:orientation val="minMax"/>
          <c:max val="5"/>
        </c:scaling>
        <c:delete val="1"/>
        <c:axPos val="l"/>
        <c:numFmt formatCode="General" sourceLinked="1"/>
        <c:majorTickMark val="none"/>
        <c:minorTickMark val="none"/>
        <c:tickLblPos val="nextTo"/>
        <c:crossAx val="1037511567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Sheet1!$A$2:$A$52</c:f>
              <c:numCache>
                <c:formatCode>General</c:formatCode>
                <c:ptCount val="5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</c:numCache>
            </c:numRef>
          </c:xVal>
          <c:yVal>
            <c:numRef>
              <c:f>Sheet1!$U$152:$U$202</c:f>
              <c:numCache>
                <c:formatCode>General</c:formatCode>
                <c:ptCount val="51"/>
                <c:pt idx="0">
                  <c:v>-4.9741743945586956E-16</c:v>
                </c:pt>
                <c:pt idx="1">
                  <c:v>-0.2483835074357866</c:v>
                </c:pt>
                <c:pt idx="2">
                  <c:v>-0.41829452000491912</c:v>
                </c:pt>
                <c:pt idx="3">
                  <c:v>-0.43536544320675291</c:v>
                </c:pt>
                <c:pt idx="4">
                  <c:v>-0.28005162261809097</c:v>
                </c:pt>
                <c:pt idx="5">
                  <c:v>5.4679232925753144E-16</c:v>
                </c:pt>
                <c:pt idx="6">
                  <c:v>0.30337630106356667</c:v>
                </c:pt>
                <c:pt idx="7">
                  <c:v>0.51090608045729247</c:v>
                </c:pt>
                <c:pt idx="8">
                  <c:v>0.53175655314035275</c:v>
                </c:pt>
                <c:pt idx="9">
                  <c:v>0.34205582429296738</c:v>
                </c:pt>
                <c:pt idx="10">
                  <c:v>-5.9364769697419789E-16</c:v>
                </c:pt>
                <c:pt idx="11">
                  <c:v>-0.37054465087947225</c:v>
                </c:pt>
                <c:pt idx="12">
                  <c:v>-0.62402209583133861</c:v>
                </c:pt>
                <c:pt idx="13">
                  <c:v>-0.64948892067537167</c:v>
                </c:pt>
                <c:pt idx="14">
                  <c:v>-0.41778792723618285</c:v>
                </c:pt>
                <c:pt idx="15">
                  <c:v>6.3444756765225314E-16</c:v>
                </c:pt>
                <c:pt idx="16">
                  <c:v>0.45258425860568458</c:v>
                </c:pt>
                <c:pt idx="17">
                  <c:v>0.76218230900128681</c:v>
                </c:pt>
                <c:pt idx="18">
                  <c:v>0.79328755910737081</c:v>
                </c:pt>
                <c:pt idx="19">
                  <c:v>0.51028732665229404</c:v>
                </c:pt>
                <c:pt idx="20">
                  <c:v>-6.6421372203297681E-16</c:v>
                </c:pt>
                <c:pt idx="21">
                  <c:v>-0.5527876617608587</c:v>
                </c:pt>
                <c:pt idx="22">
                  <c:v>-0.93093157443505858</c:v>
                </c:pt>
                <c:pt idx="23">
                  <c:v>-0.96892361270789162</c:v>
                </c:pt>
                <c:pt idx="24">
                  <c:v>-0.62326634822729166</c:v>
                </c:pt>
                <c:pt idx="25">
                  <c:v>6.7606039341575876E-16</c:v>
                </c:pt>
                <c:pt idx="26">
                  <c:v>0.67517637475162373</c:v>
                </c:pt>
                <c:pt idx="27">
                  <c:v>1.1370423926733706</c:v>
                </c:pt>
                <c:pt idx="28">
                  <c:v>1.1834459730079359</c:v>
                </c:pt>
                <c:pt idx="29">
                  <c:v>0.76125923679323115</c:v>
                </c:pt>
                <c:pt idx="30">
                  <c:v>-6.605936233606857E-16</c:v>
                </c:pt>
                <c:pt idx="31">
                  <c:v>-0.82466228636621741</c:v>
                </c:pt>
                <c:pt idx="32">
                  <c:v>-1.3887867145562929</c:v>
                </c:pt>
                <c:pt idx="33">
                  <c:v>-1.4454641755654378</c:v>
                </c:pt>
                <c:pt idx="34">
                  <c:v>-0.92980413149415853</c:v>
                </c:pt>
                <c:pt idx="35">
                  <c:v>6.0513815519682143E-16</c:v>
                </c:pt>
                <c:pt idx="36">
                  <c:v>1.0072447911183695</c:v>
                </c:pt>
                <c:pt idx="37">
                  <c:v>1.6962679236552567</c:v>
                </c:pt>
                <c:pt idx="38">
                  <c:v>1.7654939308573419</c:v>
                </c:pt>
                <c:pt idx="39">
                  <c:v>1.1356653307556879</c:v>
                </c:pt>
                <c:pt idx="40">
                  <c:v>-4.9274494121690304E-16</c:v>
                </c:pt>
                <c:pt idx="41">
                  <c:v>-1.2302515660144406</c:v>
                </c:pt>
                <c:pt idx="42">
                  <c:v>-2.0718263205311542</c:v>
                </c:pt>
                <c:pt idx="43">
                  <c:v>-2.1563791566641979</c:v>
                </c:pt>
                <c:pt idx="44">
                  <c:v>-1.3871047673318777</c:v>
                </c:pt>
                <c:pt idx="45">
                  <c:v>3.0092001513589812E-16</c:v>
                </c:pt>
                <c:pt idx="46">
                  <c:v>1.5026326559609058</c:v>
                </c:pt>
                <c:pt idx="47">
                  <c:v>2.5305343823255884</c:v>
                </c:pt>
                <c:pt idx="48">
                  <c:v>2.633807449588752</c:v>
                </c:pt>
                <c:pt idx="49">
                  <c:v>1.6942135886762761</c:v>
                </c:pt>
                <c:pt idx="5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A1E-457A-932C-E1BB922D08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7511567"/>
        <c:axId val="1037512527"/>
      </c:scatterChart>
      <c:valAx>
        <c:axId val="1037511567"/>
        <c:scaling>
          <c:orientation val="minMax"/>
          <c:max val="5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1037512527"/>
        <c:crosses val="autoZero"/>
        <c:crossBetween val="midCat"/>
      </c:valAx>
      <c:valAx>
        <c:axId val="1037512527"/>
        <c:scaling>
          <c:orientation val="minMax"/>
          <c:max val="5"/>
        </c:scaling>
        <c:delete val="1"/>
        <c:axPos val="l"/>
        <c:numFmt formatCode="General" sourceLinked="1"/>
        <c:majorTickMark val="none"/>
        <c:minorTickMark val="none"/>
        <c:tickLblPos val="nextTo"/>
        <c:crossAx val="1037511567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wave1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9.3000000000000007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9.8000000000000007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  <c:pt idx="131">
                  <c:v>13.1</c:v>
                </c:pt>
                <c:pt idx="132">
                  <c:v>13.2</c:v>
                </c:pt>
                <c:pt idx="133">
                  <c:v>13.3</c:v>
                </c:pt>
                <c:pt idx="134">
                  <c:v>13.4</c:v>
                </c:pt>
                <c:pt idx="135">
                  <c:v>13.5</c:v>
                </c:pt>
                <c:pt idx="136">
                  <c:v>13.6</c:v>
                </c:pt>
                <c:pt idx="137">
                  <c:v>13.7</c:v>
                </c:pt>
                <c:pt idx="138">
                  <c:v>13.8</c:v>
                </c:pt>
                <c:pt idx="139">
                  <c:v>13.9</c:v>
                </c:pt>
                <c:pt idx="140">
                  <c:v>14</c:v>
                </c:pt>
                <c:pt idx="141">
                  <c:v>14.1</c:v>
                </c:pt>
                <c:pt idx="142">
                  <c:v>14.2</c:v>
                </c:pt>
                <c:pt idx="143">
                  <c:v>14.3</c:v>
                </c:pt>
                <c:pt idx="144">
                  <c:v>14.4</c:v>
                </c:pt>
                <c:pt idx="145">
                  <c:v>14.5</c:v>
                </c:pt>
                <c:pt idx="146">
                  <c:v>14.6</c:v>
                </c:pt>
                <c:pt idx="147">
                  <c:v>14.7</c:v>
                </c:pt>
                <c:pt idx="148">
                  <c:v>14.8</c:v>
                </c:pt>
                <c:pt idx="149">
                  <c:v>14.9</c:v>
                </c:pt>
                <c:pt idx="150">
                  <c:v>15</c:v>
                </c:pt>
                <c:pt idx="151">
                  <c:v>15.1</c:v>
                </c:pt>
                <c:pt idx="152">
                  <c:v>15.2</c:v>
                </c:pt>
                <c:pt idx="153">
                  <c:v>15.3</c:v>
                </c:pt>
                <c:pt idx="154">
                  <c:v>15.4</c:v>
                </c:pt>
                <c:pt idx="155">
                  <c:v>15.5</c:v>
                </c:pt>
                <c:pt idx="156">
                  <c:v>15.6</c:v>
                </c:pt>
                <c:pt idx="157">
                  <c:v>15.7</c:v>
                </c:pt>
                <c:pt idx="158">
                  <c:v>15.8</c:v>
                </c:pt>
                <c:pt idx="159">
                  <c:v>15.9</c:v>
                </c:pt>
                <c:pt idx="160">
                  <c:v>16</c:v>
                </c:pt>
                <c:pt idx="161">
                  <c:v>16.100000000000001</c:v>
                </c:pt>
                <c:pt idx="162">
                  <c:v>16.2</c:v>
                </c:pt>
                <c:pt idx="163">
                  <c:v>16.3</c:v>
                </c:pt>
                <c:pt idx="164">
                  <c:v>16.399999999999999</c:v>
                </c:pt>
                <c:pt idx="165">
                  <c:v>16.5</c:v>
                </c:pt>
                <c:pt idx="166">
                  <c:v>16.600000000000001</c:v>
                </c:pt>
                <c:pt idx="167">
                  <c:v>16.7</c:v>
                </c:pt>
                <c:pt idx="168">
                  <c:v>16.8</c:v>
                </c:pt>
                <c:pt idx="169">
                  <c:v>16.899999999999999</c:v>
                </c:pt>
                <c:pt idx="170">
                  <c:v>17</c:v>
                </c:pt>
                <c:pt idx="171">
                  <c:v>17.100000000000001</c:v>
                </c:pt>
                <c:pt idx="172">
                  <c:v>17.2</c:v>
                </c:pt>
                <c:pt idx="173">
                  <c:v>17.3</c:v>
                </c:pt>
                <c:pt idx="174">
                  <c:v>17.399999999999999</c:v>
                </c:pt>
                <c:pt idx="175">
                  <c:v>17.5</c:v>
                </c:pt>
                <c:pt idx="176">
                  <c:v>17.600000000000001</c:v>
                </c:pt>
                <c:pt idx="177">
                  <c:v>17.7</c:v>
                </c:pt>
                <c:pt idx="178">
                  <c:v>17.8</c:v>
                </c:pt>
                <c:pt idx="179">
                  <c:v>17.899999999999999</c:v>
                </c:pt>
                <c:pt idx="180">
                  <c:v>18</c:v>
                </c:pt>
                <c:pt idx="181">
                  <c:v>18.100000000000001</c:v>
                </c:pt>
                <c:pt idx="182">
                  <c:v>18.2</c:v>
                </c:pt>
                <c:pt idx="183">
                  <c:v>18.3</c:v>
                </c:pt>
                <c:pt idx="184">
                  <c:v>18.399999999999999</c:v>
                </c:pt>
                <c:pt idx="185">
                  <c:v>18.5</c:v>
                </c:pt>
                <c:pt idx="186">
                  <c:v>18.600000000000001</c:v>
                </c:pt>
                <c:pt idx="187">
                  <c:v>18.7</c:v>
                </c:pt>
                <c:pt idx="188">
                  <c:v>18.8</c:v>
                </c:pt>
                <c:pt idx="189">
                  <c:v>18.899999999999999</c:v>
                </c:pt>
                <c:pt idx="190">
                  <c:v>19</c:v>
                </c:pt>
                <c:pt idx="191">
                  <c:v>19.100000000000001</c:v>
                </c:pt>
                <c:pt idx="192">
                  <c:v>19.2</c:v>
                </c:pt>
                <c:pt idx="193">
                  <c:v>19.3</c:v>
                </c:pt>
                <c:pt idx="194">
                  <c:v>19.399999999999999</c:v>
                </c:pt>
                <c:pt idx="195">
                  <c:v>19.5</c:v>
                </c:pt>
                <c:pt idx="196">
                  <c:v>19.600000000000001</c:v>
                </c:pt>
                <c:pt idx="197">
                  <c:v>19.7</c:v>
                </c:pt>
                <c:pt idx="198">
                  <c:v>19.8</c:v>
                </c:pt>
                <c:pt idx="199">
                  <c:v>19.899999999999999</c:v>
                </c:pt>
                <c:pt idx="200">
                  <c:v>20</c:v>
                </c:pt>
              </c:numCache>
            </c:numRef>
          </c:xVal>
          <c:yVal>
            <c:numRef>
              <c:f>Sheet1!$F$2:$F$202</c:f>
              <c:numCache>
                <c:formatCode>General</c:formatCode>
                <c:ptCount val="201"/>
                <c:pt idx="0">
                  <c:v>0</c:v>
                </c:pt>
                <c:pt idx="1">
                  <c:v>0.18280433767923759</c:v>
                </c:pt>
                <c:pt idx="2">
                  <c:v>0.3541031827508781</c:v>
                </c:pt>
                <c:pt idx="3">
                  <c:v>0.51376088081103644</c:v>
                </c:pt>
                <c:pt idx="4">
                  <c:v>0.66170442999418089</c:v>
                </c:pt>
                <c:pt idx="5">
                  <c:v>0.79792017572824336</c:v>
                </c:pt>
                <c:pt idx="6">
                  <c:v>0.92245041883983259</c:v>
                </c:pt>
                <c:pt idx="7">
                  <c:v>1.0353899580089847</c:v>
                </c:pt>
                <c:pt idx="8">
                  <c:v>1.1368825866587575</c:v>
                </c:pt>
                <c:pt idx="9">
                  <c:v>1.2271175634096094</c:v>
                </c:pt>
                <c:pt idx="10">
                  <c:v>1.3063260742387939</c:v>
                </c:pt>
                <c:pt idx="11">
                  <c:v>1.3747777034676056</c:v>
                </c:pt>
                <c:pt idx="12">
                  <c:v>1.4327769296606532</c:v>
                </c:pt>
                <c:pt idx="13">
                  <c:v>1.4806596614674739</c:v>
                </c:pt>
                <c:pt idx="14">
                  <c:v>1.5187898273736573</c:v>
                </c:pt>
                <c:pt idx="15">
                  <c:v>1.547556032261701</c:v>
                </c:pt>
                <c:pt idx="16">
                  <c:v>1.5673682926163384</c:v>
                </c:pt>
                <c:pt idx="17">
                  <c:v>1.5786548611499849</c:v>
                </c:pt>
                <c:pt idx="18">
                  <c:v>1.5818591505758433</c:v>
                </c:pt>
                <c:pt idx="19">
                  <c:v>1.5774367652234018</c:v>
                </c:pt>
                <c:pt idx="20">
                  <c:v>1.5658526481774848</c:v>
                </c:pt>
                <c:pt idx="21">
                  <c:v>1.5475783506313538</c:v>
                </c:pt>
                <c:pt idx="22">
                  <c:v>1.5230894291799153</c:v>
                </c:pt>
                <c:pt idx="23">
                  <c:v>1.4928629758438787</c:v>
                </c:pt>
                <c:pt idx="24">
                  <c:v>1.4573752847124335</c:v>
                </c:pt>
                <c:pt idx="25">
                  <c:v>1.417099658223044</c:v>
                </c:pt>
                <c:pt idx="26">
                  <c:v>1.3725043552644165</c:v>
                </c:pt>
                <c:pt idx="27">
                  <c:v>1.3240506824943283</c:v>
                </c:pt>
                <c:pt idx="28">
                  <c:v>1.2721912295093818</c:v>
                </c:pt>
                <c:pt idx="29">
                  <c:v>1.2173682477900467</c:v>
                </c:pt>
                <c:pt idx="30">
                  <c:v>1.1600121726726007</c:v>
                </c:pt>
                <c:pt idx="31">
                  <c:v>1.1005402869704346</c:v>
                </c:pt>
                <c:pt idx="32">
                  <c:v>1.0393555242812051</c:v>
                </c:pt>
                <c:pt idx="33">
                  <c:v>0.97684540947364029</c:v>
                </c:pt>
                <c:pt idx="34">
                  <c:v>0.9133811333485754</c:v>
                </c:pt>
                <c:pt idx="35">
                  <c:v>0.84931675801272399</c:v>
                </c:pt>
                <c:pt idx="36">
                  <c:v>0.78498854909049209</c:v>
                </c:pt>
                <c:pt idx="37">
                  <c:v>0.72071443052822082</c:v>
                </c:pt>
                <c:pt idx="38">
                  <c:v>0.65679355741588519</c:v>
                </c:pt>
                <c:pt idx="39">
                  <c:v>0.59350600196262826</c:v>
                </c:pt>
                <c:pt idx="40">
                  <c:v>0.53111254751353909</c:v>
                </c:pt>
                <c:pt idx="41">
                  <c:v>0.46985458528465335</c:v>
                </c:pt>
                <c:pt idx="42">
                  <c:v>0.40995410832002899</c:v>
                </c:pt>
                <c:pt idx="43">
                  <c:v>0.35161379703755286</c:v>
                </c:pt>
                <c:pt idx="44">
                  <c:v>0.2950171906273949</c:v>
                </c:pt>
                <c:pt idx="45">
                  <c:v>0.24032893849731418</c:v>
                </c:pt>
                <c:pt idx="46">
                  <c:v>0.18769512592058518</c:v>
                </c:pt>
                <c:pt idx="47">
                  <c:v>0.13724366803369747</c:v>
                </c:pt>
                <c:pt idx="48">
                  <c:v>8.9084766350320643E-2</c:v>
                </c:pt>
                <c:pt idx="49">
                  <c:v>4.3311422003711346E-2</c:v>
                </c:pt>
                <c:pt idx="50">
                  <c:v>8.2010271284808525E-17</c:v>
                </c:pt>
                <c:pt idx="51">
                  <c:v>-4.0789161142195642E-2</c:v>
                </c:pt>
                <c:pt idx="52">
                  <c:v>-7.9011099876272153E-2</c:v>
                </c:pt>
                <c:pt idx="53">
                  <c:v>-0.11463554761336481</c:v>
                </c:pt>
                <c:pt idx="54">
                  <c:v>-0.14764621543552692</c:v>
                </c:pt>
                <c:pt idx="55">
                  <c:v>-0.17804005659590594</c:v>
                </c:pt>
                <c:pt idx="56">
                  <c:v>-0.20582650968471802</c:v>
                </c:pt>
                <c:pt idx="57">
                  <c:v>-0.23102672714662079</c:v>
                </c:pt>
                <c:pt idx="58">
                  <c:v>-0.25367279363112949</c:v>
                </c:pt>
                <c:pt idx="59">
                  <c:v>-0.27380693844453718</c:v>
                </c:pt>
                <c:pt idx="60">
                  <c:v>-0.29148074615097164</c:v>
                </c:pt>
                <c:pt idx="61">
                  <c:v>-0.30675436914321724</c:v>
                </c:pt>
                <c:pt idx="62">
                  <c:v>-0.3196957457721572</c:v>
                </c:pt>
                <c:pt idx="63">
                  <c:v>-0.33037982738855737</c:v>
                </c:pt>
                <c:pt idx="64">
                  <c:v>-0.33888781741369034</c:v>
                </c:pt>
                <c:pt idx="65">
                  <c:v>-0.34530642531722194</c:v>
                </c:pt>
                <c:pt idx="66">
                  <c:v>-0.34972713814305467</c:v>
                </c:pt>
                <c:pt idx="67">
                  <c:v>-0.35224551198749349</c:v>
                </c:pt>
                <c:pt idx="68">
                  <c:v>-0.35296048560024701</c:v>
                </c:pt>
                <c:pt idx="69">
                  <c:v>-0.35197371804831884</c:v>
                </c:pt>
                <c:pt idx="70">
                  <c:v>-0.34938895215668514</c:v>
                </c:pt>
                <c:pt idx="71">
                  <c:v>-0.34531140521861692</c:v>
                </c:pt>
                <c:pt idx="72">
                  <c:v>-0.33984718825329507</c:v>
                </c:pt>
                <c:pt idx="73">
                  <c:v>-0.3331027548797062</c:v>
                </c:pt>
                <c:pt idx="74">
                  <c:v>-0.32518438067424876</c:v>
                </c:pt>
                <c:pt idx="75">
                  <c:v>-0.31619767368559298</c:v>
                </c:pt>
                <c:pt idx="76">
                  <c:v>-0.30624711659456672</c:v>
                </c:pt>
                <c:pt idx="77">
                  <c:v>-0.29543564082959733</c:v>
                </c:pt>
                <c:pt idx="78">
                  <c:v>-0.28386423277985617</c:v>
                </c:pt>
                <c:pt idx="79">
                  <c:v>-0.27163157208900646</c:v>
                </c:pt>
                <c:pt idx="80">
                  <c:v>-0.25883370186256544</c:v>
                </c:pt>
                <c:pt idx="81">
                  <c:v>-0.24556373048151214</c:v>
                </c:pt>
                <c:pt idx="82">
                  <c:v>-0.23191156458402074</c:v>
                </c:pt>
                <c:pt idx="83">
                  <c:v>-0.21796367265611172</c:v>
                </c:pt>
                <c:pt idx="84">
                  <c:v>-0.20380287856062193</c:v>
                </c:pt>
                <c:pt idx="85">
                  <c:v>-0.1895081842321244</c:v>
                </c:pt>
                <c:pt idx="86">
                  <c:v>-0.17515462067324525</c:v>
                </c:pt>
                <c:pt idx="87">
                  <c:v>-0.16081312630504649</c:v>
                </c:pt>
                <c:pt idx="88">
                  <c:v>-0.14655045165066324</c:v>
                </c:pt>
                <c:pt idx="89">
                  <c:v>-0.13242908926697552</c:v>
                </c:pt>
                <c:pt idx="90">
                  <c:v>-0.11850722778353658</c:v>
                </c:pt>
                <c:pt idx="91">
                  <c:v>-0.10483872886103879</c:v>
                </c:pt>
                <c:pt idx="92">
                  <c:v>-9.1473125842955E-2</c:v>
                </c:pt>
                <c:pt idx="93">
                  <c:v>-7.8455642843386519E-2</c:v>
                </c:pt>
                <c:pt idx="94">
                  <c:v>-6.5827232991230514E-2</c:v>
                </c:pt>
                <c:pt idx="95">
                  <c:v>-5.3624634535207862E-2</c:v>
                </c:pt>
                <c:pt idx="96">
                  <c:v>-4.1880443505739898E-2</c:v>
                </c:pt>
                <c:pt idx="97">
                  <c:v>-3.0623201627717027E-2</c:v>
                </c:pt>
                <c:pt idx="98">
                  <c:v>-1.9877498182532378E-2</c:v>
                </c:pt>
                <c:pt idx="99">
                  <c:v>-9.6640845279443582E-3</c:v>
                </c:pt>
                <c:pt idx="100">
                  <c:v>-3.6597929931191006E-17</c:v>
                </c:pt>
                <c:pt idx="101">
                  <c:v>9.101292057978206E-3</c:v>
                </c:pt>
                <c:pt idx="102">
                  <c:v>1.7629759368896058E-2</c:v>
                </c:pt>
                <c:pt idx="103">
                  <c:v>2.5578648097673129E-2</c:v>
                </c:pt>
                <c:pt idx="104">
                  <c:v>3.2944323695438732E-2</c:v>
                </c:pt>
                <c:pt idx="105">
                  <c:v>3.9726106341080043E-2</c:v>
                </c:pt>
                <c:pt idx="106">
                  <c:v>4.5926102068743417E-2</c:v>
                </c:pt>
                <c:pt idx="107">
                  <c:v>5.1549030626793016E-2</c:v>
                </c:pt>
                <c:pt idx="108">
                  <c:v>5.6602051068213484E-2</c:v>
                </c:pt>
                <c:pt idx="109">
                  <c:v>6.109458602488084E-2</c:v>
                </c:pt>
                <c:pt idx="110">
                  <c:v>6.5038145568850042E-2</c:v>
                </c:pt>
                <c:pt idx="111">
                  <c:v>6.8446151513156639E-2</c:v>
                </c:pt>
                <c:pt idx="112">
                  <c:v>7.1333762952913132E-2</c:v>
                </c:pt>
                <c:pt idx="113">
                  <c:v>7.3717703795019421E-2</c:v>
                </c:pt>
                <c:pt idx="114">
                  <c:v>7.5616092971868568E-2</c:v>
                </c:pt>
                <c:pt idx="115">
                  <c:v>7.7048277981313557E-2</c:v>
                </c:pt>
                <c:pt idx="116">
                  <c:v>7.8034672342111797E-2</c:v>
                </c:pt>
                <c:pt idx="117">
                  <c:v>7.8596597501335033E-2</c:v>
                </c:pt>
                <c:pt idx="118">
                  <c:v>7.8756129678050707E-2</c:v>
                </c:pt>
                <c:pt idx="119">
                  <c:v>7.8535952076159654E-2</c:v>
                </c:pt>
                <c:pt idx="120">
                  <c:v>7.795921284881327E-2</c:v>
                </c:pt>
                <c:pt idx="121">
                  <c:v>7.7049389147509348E-2</c:v>
                </c:pt>
                <c:pt idx="122">
                  <c:v>7.5830157540951321E-2</c:v>
                </c:pt>
                <c:pt idx="123">
                  <c:v>7.4325271042192026E-2</c:v>
                </c:pt>
                <c:pt idx="124">
                  <c:v>7.2558442937613127E-2</c:v>
                </c:pt>
                <c:pt idx="125">
                  <c:v>7.0553237568027324E-2</c:v>
                </c:pt>
                <c:pt idx="126">
                  <c:v>6.8332968170740541E-2</c:v>
                </c:pt>
                <c:pt idx="127">
                  <c:v>6.5920601851862076E-2</c:v>
                </c:pt>
                <c:pt idx="128">
                  <c:v>6.3338671720580469E-2</c:v>
                </c:pt>
                <c:pt idx="129">
                  <c:v>6.0609196181589775E-2</c:v>
                </c:pt>
                <c:pt idx="130">
                  <c:v>5.7753605348405158E-2</c:v>
                </c:pt>
                <c:pt idx="131">
                  <c:v>5.4792674508985659E-2</c:v>
                </c:pt>
                <c:pt idx="132">
                  <c:v>5.1746464545905473E-2</c:v>
                </c:pt>
                <c:pt idx="133">
                  <c:v>4.8634269186298151E-2</c:v>
                </c:pt>
                <c:pt idx="134">
                  <c:v>4.5474568931942592E-2</c:v>
                </c:pt>
                <c:pt idx="135">
                  <c:v>4.2284991497152064E-2</c:v>
                </c:pt>
                <c:pt idx="136">
                  <c:v>3.9082278561558687E-2</c:v>
                </c:pt>
                <c:pt idx="137">
                  <c:v>3.5882258626414712E-2</c:v>
                </c:pt>
                <c:pt idx="138">
                  <c:v>3.2699825746637233E-2</c:v>
                </c:pt>
                <c:pt idx="139">
                  <c:v>2.9548923896450956E-2</c:v>
                </c:pt>
                <c:pt idx="140">
                  <c:v>2.6442536714086955E-2</c:v>
                </c:pt>
                <c:pt idx="141">
                  <c:v>2.3392682360521406E-2</c:v>
                </c:pt>
                <c:pt idx="142">
                  <c:v>2.041041321861603E-2</c:v>
                </c:pt>
                <c:pt idx="143">
                  <c:v>1.7505820152192854E-2</c:v>
                </c:pt>
                <c:pt idx="144">
                  <c:v>1.4688041039461266E-2</c:v>
                </c:pt>
                <c:pt idx="145">
                  <c:v>1.1965273291741961E-2</c:v>
                </c:pt>
                <c:pt idx="146">
                  <c:v>9.3447900665230149E-3</c:v>
                </c:pt>
                <c:pt idx="147">
                  <c:v>6.8329598834501659E-3</c:v>
                </c:pt>
                <c:pt idx="148">
                  <c:v>4.4352693528185751E-3</c:v>
                </c:pt>
                <c:pt idx="149">
                  <c:v>2.1563487284081929E-3</c:v>
                </c:pt>
                <c:pt idx="150">
                  <c:v>1.2249152949971492E-17</c:v>
                </c:pt>
                <c:pt idx="151">
                  <c:v>-2.0307727544543065E-3</c:v>
                </c:pt>
                <c:pt idx="152">
                  <c:v>-3.9337310313600554E-3</c:v>
                </c:pt>
                <c:pt idx="153">
                  <c:v>-5.7073678464141337E-3</c:v>
                </c:pt>
                <c:pt idx="154">
                  <c:v>-7.3508722221449531E-3</c:v>
                </c:pt>
                <c:pt idx="155">
                  <c:v>-8.8640924699587426E-3</c:v>
                </c:pt>
                <c:pt idx="156">
                  <c:v>-1.0247498509591852E-2</c:v>
                </c:pt>
                <c:pt idx="157">
                  <c:v>-1.150214345925263E-2</c:v>
                </c:pt>
                <c:pt idx="158">
                  <c:v>-1.2629624719580098E-2</c:v>
                </c:pt>
                <c:pt idx="159">
                  <c:v>-1.363204476393369E-2</c:v>
                </c:pt>
                <c:pt idx="160">
                  <c:v>-1.4511971836534417E-2</c:v>
                </c:pt>
                <c:pt idx="161">
                  <c:v>-1.5272400748674321E-2</c:v>
                </c:pt>
                <c:pt idx="162">
                  <c:v>-1.5916713951673628E-2</c:v>
                </c:pt>
                <c:pt idx="163">
                  <c:v>-1.6448643053557206E-2</c:v>
                </c:pt>
                <c:pt idx="164">
                  <c:v>-1.6872230934611578E-2</c:v>
                </c:pt>
                <c:pt idx="165">
                  <c:v>-1.7191794605131226E-2</c:v>
                </c:pt>
                <c:pt idx="166">
                  <c:v>-1.7411888936825663E-2</c:v>
                </c:pt>
                <c:pt idx="167">
                  <c:v>-1.7537271387594568E-2</c:v>
                </c:pt>
                <c:pt idx="168">
                  <c:v>-1.7572867827733964E-2</c:v>
                </c:pt>
                <c:pt idx="169">
                  <c:v>-1.7523739564162911E-2</c:v>
                </c:pt>
                <c:pt idx="170">
                  <c:v>-1.7395051648001231E-2</c:v>
                </c:pt>
                <c:pt idx="171">
                  <c:v>-1.7192042539822455E-2</c:v>
                </c:pt>
                <c:pt idx="172">
                  <c:v>-1.6919995196193138E-2</c:v>
                </c:pt>
                <c:pt idx="173">
                  <c:v>-1.658420963071975E-2</c:v>
                </c:pt>
                <c:pt idx="174">
                  <c:v>-1.618997699279032E-2</c:v>
                </c:pt>
                <c:pt idx="175">
                  <c:v>-1.5742555197544153E-2</c:v>
                </c:pt>
                <c:pt idx="176">
                  <c:v>-1.5247146131354887E-2</c:v>
                </c:pt>
                <c:pt idx="177">
                  <c:v>-1.4708874448286866E-2</c:v>
                </c:pt>
                <c:pt idx="178">
                  <c:v>-1.4132767964601944E-2</c:v>
                </c:pt>
                <c:pt idx="179">
                  <c:v>-1.352373965046574E-2</c:v>
                </c:pt>
                <c:pt idx="180">
                  <c:v>-1.2886571210538864E-2</c:v>
                </c:pt>
                <c:pt idx="181">
                  <c:v>-1.222589823815075E-2</c:v>
                </c:pt>
                <c:pt idx="182">
                  <c:v>-1.1546196921242929E-2</c:v>
                </c:pt>
                <c:pt idx="183">
                  <c:v>-1.0851772272240554E-2</c:v>
                </c:pt>
                <c:pt idx="184">
                  <c:v>-1.0146747848465176E-2</c:v>
                </c:pt>
                <c:pt idx="185">
                  <c:v>-9.4350569246345346E-3</c:v>
                </c:pt>
                <c:pt idx="186">
                  <c:v>-8.7204350744061222E-3</c:v>
                </c:pt>
                <c:pt idx="187">
                  <c:v>-8.0064141137992945E-3</c:v>
                </c:pt>
                <c:pt idx="188">
                  <c:v>-7.2963173556729157E-3</c:v>
                </c:pt>
                <c:pt idx="189">
                  <c:v>-6.5932561212288885E-3</c:v>
                </c:pt>
                <c:pt idx="190">
                  <c:v>-5.900127451744959E-3</c:v>
                </c:pt>
                <c:pt idx="191">
                  <c:v>-5.2196129614044727E-3</c:v>
                </c:pt>
                <c:pt idx="192">
                  <c:v>-4.5541787701654252E-3</c:v>
                </c:pt>
                <c:pt idx="193">
                  <c:v>-3.9060764540884024E-3</c:v>
                </c:pt>
                <c:pt idx="194">
                  <c:v>-3.2773449494017206E-3</c:v>
                </c:pt>
                <c:pt idx="195">
                  <c:v>-2.6698133458061156E-3</c:v>
                </c:pt>
                <c:pt idx="196">
                  <c:v>-2.0851045040967235E-3</c:v>
                </c:pt>
                <c:pt idx="197">
                  <c:v>-1.5246394330820326E-3</c:v>
                </c:pt>
                <c:pt idx="198">
                  <c:v>-9.8964236099583218E-4</c:v>
                </c:pt>
                <c:pt idx="199">
                  <c:v>-4.8114643710558394E-4</c:v>
                </c:pt>
                <c:pt idx="200">
                  <c:v>-3.6442072792130017E-18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23D-4ED3-AD63-68B22A4DC9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7511567"/>
        <c:axId val="1037512527"/>
      </c:scatterChart>
      <c:valAx>
        <c:axId val="1037511567"/>
        <c:scaling>
          <c:orientation val="minMax"/>
          <c:max val="5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1037512527"/>
        <c:crosses val="autoZero"/>
        <c:crossBetween val="midCat"/>
      </c:valAx>
      <c:valAx>
        <c:axId val="103751252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751156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Sheet1!$A$2:$A$52</c:f>
              <c:numCache>
                <c:formatCode>General</c:formatCode>
                <c:ptCount val="5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</c:numCache>
            </c:numRef>
          </c:xVal>
          <c:yVal>
            <c:numRef>
              <c:f>Sheet1!$U$152:$U$202</c:f>
              <c:numCache>
                <c:formatCode>General</c:formatCode>
                <c:ptCount val="51"/>
                <c:pt idx="0">
                  <c:v>-4.9741743945586956E-16</c:v>
                </c:pt>
                <c:pt idx="1">
                  <c:v>-0.2483835074357866</c:v>
                </c:pt>
                <c:pt idx="2">
                  <c:v>-0.41829452000491912</c:v>
                </c:pt>
                <c:pt idx="3">
                  <c:v>-0.43536544320675291</c:v>
                </c:pt>
                <c:pt idx="4">
                  <c:v>-0.28005162261809097</c:v>
                </c:pt>
                <c:pt idx="5">
                  <c:v>5.4679232925753144E-16</c:v>
                </c:pt>
                <c:pt idx="6">
                  <c:v>0.30337630106356667</c:v>
                </c:pt>
                <c:pt idx="7">
                  <c:v>0.51090608045729247</c:v>
                </c:pt>
                <c:pt idx="8">
                  <c:v>0.53175655314035275</c:v>
                </c:pt>
                <c:pt idx="9">
                  <c:v>0.34205582429296738</c:v>
                </c:pt>
                <c:pt idx="10">
                  <c:v>-5.9364769697419789E-16</c:v>
                </c:pt>
                <c:pt idx="11">
                  <c:v>-0.37054465087947225</c:v>
                </c:pt>
                <c:pt idx="12">
                  <c:v>-0.62402209583133861</c:v>
                </c:pt>
                <c:pt idx="13">
                  <c:v>-0.64948892067537167</c:v>
                </c:pt>
                <c:pt idx="14">
                  <c:v>-0.41778792723618285</c:v>
                </c:pt>
                <c:pt idx="15">
                  <c:v>6.3444756765225314E-16</c:v>
                </c:pt>
                <c:pt idx="16">
                  <c:v>0.45258425860568458</c:v>
                </c:pt>
                <c:pt idx="17">
                  <c:v>0.76218230900128681</c:v>
                </c:pt>
                <c:pt idx="18">
                  <c:v>0.79328755910737081</c:v>
                </c:pt>
                <c:pt idx="19">
                  <c:v>0.51028732665229404</c:v>
                </c:pt>
                <c:pt idx="20">
                  <c:v>-6.6421372203297681E-16</c:v>
                </c:pt>
                <c:pt idx="21">
                  <c:v>-0.5527876617608587</c:v>
                </c:pt>
                <c:pt idx="22">
                  <c:v>-0.93093157443505858</c:v>
                </c:pt>
                <c:pt idx="23">
                  <c:v>-0.96892361270789162</c:v>
                </c:pt>
                <c:pt idx="24">
                  <c:v>-0.62326634822729166</c:v>
                </c:pt>
                <c:pt idx="25">
                  <c:v>6.7606039341575876E-16</c:v>
                </c:pt>
                <c:pt idx="26">
                  <c:v>0.67517637475162373</c:v>
                </c:pt>
                <c:pt idx="27">
                  <c:v>1.1370423926733706</c:v>
                </c:pt>
                <c:pt idx="28">
                  <c:v>1.1834459730079359</c:v>
                </c:pt>
                <c:pt idx="29">
                  <c:v>0.76125923679323115</c:v>
                </c:pt>
                <c:pt idx="30">
                  <c:v>-6.605936233606857E-16</c:v>
                </c:pt>
                <c:pt idx="31">
                  <c:v>-0.82466228636621741</c:v>
                </c:pt>
                <c:pt idx="32">
                  <c:v>-1.3887867145562929</c:v>
                </c:pt>
                <c:pt idx="33">
                  <c:v>-1.4454641755654378</c:v>
                </c:pt>
                <c:pt idx="34">
                  <c:v>-0.92980413149415853</c:v>
                </c:pt>
                <c:pt idx="35">
                  <c:v>6.0513815519682143E-16</c:v>
                </c:pt>
                <c:pt idx="36">
                  <c:v>1.0072447911183695</c:v>
                </c:pt>
                <c:pt idx="37">
                  <c:v>1.6962679236552567</c:v>
                </c:pt>
                <c:pt idx="38">
                  <c:v>1.7654939308573419</c:v>
                </c:pt>
                <c:pt idx="39">
                  <c:v>1.1356653307556879</c:v>
                </c:pt>
                <c:pt idx="40">
                  <c:v>-4.9274494121690304E-16</c:v>
                </c:pt>
                <c:pt idx="41">
                  <c:v>-1.2302515660144406</c:v>
                </c:pt>
                <c:pt idx="42">
                  <c:v>-2.0718263205311542</c:v>
                </c:pt>
                <c:pt idx="43">
                  <c:v>-2.1563791566641979</c:v>
                </c:pt>
                <c:pt idx="44">
                  <c:v>-1.3871047673318777</c:v>
                </c:pt>
                <c:pt idx="45">
                  <c:v>3.0092001513589812E-16</c:v>
                </c:pt>
                <c:pt idx="46">
                  <c:v>1.5026326559609058</c:v>
                </c:pt>
                <c:pt idx="47">
                  <c:v>2.5305343823255884</c:v>
                </c:pt>
                <c:pt idx="48">
                  <c:v>2.633807449588752</c:v>
                </c:pt>
                <c:pt idx="49">
                  <c:v>1.6942135886762761</c:v>
                </c:pt>
                <c:pt idx="5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CBB-4D1D-848E-9C37EC2985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7511567"/>
        <c:axId val="1037512527"/>
      </c:scatterChart>
      <c:valAx>
        <c:axId val="1037511567"/>
        <c:scaling>
          <c:orientation val="minMax"/>
          <c:max val="5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1037512527"/>
        <c:crosses val="autoZero"/>
        <c:crossBetween val="midCat"/>
      </c:valAx>
      <c:valAx>
        <c:axId val="1037512527"/>
        <c:scaling>
          <c:orientation val="minMax"/>
          <c:max val="5"/>
        </c:scaling>
        <c:delete val="1"/>
        <c:axPos val="l"/>
        <c:numFmt formatCode="General" sourceLinked="1"/>
        <c:majorTickMark val="none"/>
        <c:minorTickMark val="none"/>
        <c:tickLblPos val="nextTo"/>
        <c:crossAx val="1037511567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wave1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Sheet1!$A$2:$A$202</c:f>
              <c:numCache>
                <c:formatCode>General</c:formatCode>
                <c:ptCount val="20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  <c:pt idx="51">
                  <c:v>5.0999999999999996</c:v>
                </c:pt>
                <c:pt idx="52">
                  <c:v>5.2</c:v>
                </c:pt>
                <c:pt idx="53">
                  <c:v>5.3</c:v>
                </c:pt>
                <c:pt idx="54">
                  <c:v>5.4</c:v>
                </c:pt>
                <c:pt idx="55">
                  <c:v>5.5</c:v>
                </c:pt>
                <c:pt idx="56">
                  <c:v>5.6</c:v>
                </c:pt>
                <c:pt idx="57">
                  <c:v>5.7</c:v>
                </c:pt>
                <c:pt idx="58">
                  <c:v>5.8</c:v>
                </c:pt>
                <c:pt idx="59">
                  <c:v>5.9</c:v>
                </c:pt>
                <c:pt idx="60">
                  <c:v>6</c:v>
                </c:pt>
                <c:pt idx="61">
                  <c:v>6.1</c:v>
                </c:pt>
                <c:pt idx="62">
                  <c:v>6.2</c:v>
                </c:pt>
                <c:pt idx="63">
                  <c:v>6.3</c:v>
                </c:pt>
                <c:pt idx="64">
                  <c:v>6.4</c:v>
                </c:pt>
                <c:pt idx="65">
                  <c:v>6.5</c:v>
                </c:pt>
                <c:pt idx="66">
                  <c:v>6.6</c:v>
                </c:pt>
                <c:pt idx="67">
                  <c:v>6.7</c:v>
                </c:pt>
                <c:pt idx="68">
                  <c:v>6.8</c:v>
                </c:pt>
                <c:pt idx="69">
                  <c:v>6.9</c:v>
                </c:pt>
                <c:pt idx="70">
                  <c:v>7</c:v>
                </c:pt>
                <c:pt idx="71">
                  <c:v>7.1</c:v>
                </c:pt>
                <c:pt idx="72">
                  <c:v>7.2</c:v>
                </c:pt>
                <c:pt idx="73">
                  <c:v>7.3</c:v>
                </c:pt>
                <c:pt idx="74">
                  <c:v>7.4</c:v>
                </c:pt>
                <c:pt idx="75">
                  <c:v>7.5</c:v>
                </c:pt>
                <c:pt idx="76">
                  <c:v>7.6</c:v>
                </c:pt>
                <c:pt idx="77">
                  <c:v>7.7</c:v>
                </c:pt>
                <c:pt idx="78">
                  <c:v>7.8</c:v>
                </c:pt>
                <c:pt idx="79">
                  <c:v>7.9</c:v>
                </c:pt>
                <c:pt idx="80">
                  <c:v>8</c:v>
                </c:pt>
                <c:pt idx="81">
                  <c:v>8.1</c:v>
                </c:pt>
                <c:pt idx="82">
                  <c:v>8.1999999999999993</c:v>
                </c:pt>
                <c:pt idx="83">
                  <c:v>8.3000000000000007</c:v>
                </c:pt>
                <c:pt idx="84">
                  <c:v>8.4</c:v>
                </c:pt>
                <c:pt idx="85">
                  <c:v>8.5</c:v>
                </c:pt>
                <c:pt idx="86">
                  <c:v>8.6</c:v>
                </c:pt>
                <c:pt idx="87">
                  <c:v>8.6999999999999993</c:v>
                </c:pt>
                <c:pt idx="88">
                  <c:v>8.8000000000000007</c:v>
                </c:pt>
                <c:pt idx="89">
                  <c:v>8.9</c:v>
                </c:pt>
                <c:pt idx="90">
                  <c:v>9</c:v>
                </c:pt>
                <c:pt idx="91">
                  <c:v>9.1</c:v>
                </c:pt>
                <c:pt idx="92">
                  <c:v>9.1999999999999993</c:v>
                </c:pt>
                <c:pt idx="93">
                  <c:v>9.3000000000000007</c:v>
                </c:pt>
                <c:pt idx="94">
                  <c:v>9.4</c:v>
                </c:pt>
                <c:pt idx="95">
                  <c:v>9.5</c:v>
                </c:pt>
                <c:pt idx="96">
                  <c:v>9.6</c:v>
                </c:pt>
                <c:pt idx="97">
                  <c:v>9.6999999999999993</c:v>
                </c:pt>
                <c:pt idx="98">
                  <c:v>9.8000000000000007</c:v>
                </c:pt>
                <c:pt idx="99">
                  <c:v>9.9</c:v>
                </c:pt>
                <c:pt idx="100">
                  <c:v>10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10.3</c:v>
                </c:pt>
                <c:pt idx="104">
                  <c:v>10.4</c:v>
                </c:pt>
                <c:pt idx="105">
                  <c:v>10.5</c:v>
                </c:pt>
                <c:pt idx="106">
                  <c:v>10.6</c:v>
                </c:pt>
                <c:pt idx="107">
                  <c:v>10.7</c:v>
                </c:pt>
                <c:pt idx="108">
                  <c:v>10.8</c:v>
                </c:pt>
                <c:pt idx="109">
                  <c:v>10.9</c:v>
                </c:pt>
                <c:pt idx="110">
                  <c:v>11</c:v>
                </c:pt>
                <c:pt idx="111">
                  <c:v>11.1</c:v>
                </c:pt>
                <c:pt idx="112">
                  <c:v>11.2</c:v>
                </c:pt>
                <c:pt idx="113">
                  <c:v>11.3</c:v>
                </c:pt>
                <c:pt idx="114">
                  <c:v>11.4</c:v>
                </c:pt>
                <c:pt idx="115">
                  <c:v>11.5</c:v>
                </c:pt>
                <c:pt idx="116">
                  <c:v>11.6</c:v>
                </c:pt>
                <c:pt idx="117">
                  <c:v>11.7</c:v>
                </c:pt>
                <c:pt idx="118">
                  <c:v>11.8</c:v>
                </c:pt>
                <c:pt idx="119">
                  <c:v>11.9</c:v>
                </c:pt>
                <c:pt idx="120">
                  <c:v>12</c:v>
                </c:pt>
                <c:pt idx="121">
                  <c:v>12.1</c:v>
                </c:pt>
                <c:pt idx="122">
                  <c:v>12.2</c:v>
                </c:pt>
                <c:pt idx="123">
                  <c:v>12.3</c:v>
                </c:pt>
                <c:pt idx="124">
                  <c:v>12.4</c:v>
                </c:pt>
                <c:pt idx="125">
                  <c:v>12.5</c:v>
                </c:pt>
                <c:pt idx="126">
                  <c:v>12.6</c:v>
                </c:pt>
                <c:pt idx="127">
                  <c:v>12.7</c:v>
                </c:pt>
                <c:pt idx="128">
                  <c:v>12.8</c:v>
                </c:pt>
                <c:pt idx="129">
                  <c:v>12.9</c:v>
                </c:pt>
                <c:pt idx="130">
                  <c:v>13</c:v>
                </c:pt>
                <c:pt idx="131">
                  <c:v>13.1</c:v>
                </c:pt>
                <c:pt idx="132">
                  <c:v>13.2</c:v>
                </c:pt>
                <c:pt idx="133">
                  <c:v>13.3</c:v>
                </c:pt>
                <c:pt idx="134">
                  <c:v>13.4</c:v>
                </c:pt>
                <c:pt idx="135">
                  <c:v>13.5</c:v>
                </c:pt>
                <c:pt idx="136">
                  <c:v>13.6</c:v>
                </c:pt>
                <c:pt idx="137">
                  <c:v>13.7</c:v>
                </c:pt>
                <c:pt idx="138">
                  <c:v>13.8</c:v>
                </c:pt>
                <c:pt idx="139">
                  <c:v>13.9</c:v>
                </c:pt>
                <c:pt idx="140">
                  <c:v>14</c:v>
                </c:pt>
                <c:pt idx="141">
                  <c:v>14.1</c:v>
                </c:pt>
                <c:pt idx="142">
                  <c:v>14.2</c:v>
                </c:pt>
                <c:pt idx="143">
                  <c:v>14.3</c:v>
                </c:pt>
                <c:pt idx="144">
                  <c:v>14.4</c:v>
                </c:pt>
                <c:pt idx="145">
                  <c:v>14.5</c:v>
                </c:pt>
                <c:pt idx="146">
                  <c:v>14.6</c:v>
                </c:pt>
                <c:pt idx="147">
                  <c:v>14.7</c:v>
                </c:pt>
                <c:pt idx="148">
                  <c:v>14.8</c:v>
                </c:pt>
                <c:pt idx="149">
                  <c:v>14.9</c:v>
                </c:pt>
                <c:pt idx="150">
                  <c:v>15</c:v>
                </c:pt>
                <c:pt idx="151">
                  <c:v>15.1</c:v>
                </c:pt>
                <c:pt idx="152">
                  <c:v>15.2</c:v>
                </c:pt>
                <c:pt idx="153">
                  <c:v>15.3</c:v>
                </c:pt>
                <c:pt idx="154">
                  <c:v>15.4</c:v>
                </c:pt>
                <c:pt idx="155">
                  <c:v>15.5</c:v>
                </c:pt>
                <c:pt idx="156">
                  <c:v>15.6</c:v>
                </c:pt>
                <c:pt idx="157">
                  <c:v>15.7</c:v>
                </c:pt>
                <c:pt idx="158">
                  <c:v>15.8</c:v>
                </c:pt>
                <c:pt idx="159">
                  <c:v>15.9</c:v>
                </c:pt>
                <c:pt idx="160">
                  <c:v>16</c:v>
                </c:pt>
                <c:pt idx="161">
                  <c:v>16.100000000000001</c:v>
                </c:pt>
                <c:pt idx="162">
                  <c:v>16.2</c:v>
                </c:pt>
                <c:pt idx="163">
                  <c:v>16.3</c:v>
                </c:pt>
                <c:pt idx="164">
                  <c:v>16.399999999999999</c:v>
                </c:pt>
                <c:pt idx="165">
                  <c:v>16.5</c:v>
                </c:pt>
                <c:pt idx="166">
                  <c:v>16.600000000000001</c:v>
                </c:pt>
                <c:pt idx="167">
                  <c:v>16.7</c:v>
                </c:pt>
                <c:pt idx="168">
                  <c:v>16.8</c:v>
                </c:pt>
                <c:pt idx="169">
                  <c:v>16.899999999999999</c:v>
                </c:pt>
                <c:pt idx="170">
                  <c:v>17</c:v>
                </c:pt>
                <c:pt idx="171">
                  <c:v>17.100000000000001</c:v>
                </c:pt>
                <c:pt idx="172">
                  <c:v>17.2</c:v>
                </c:pt>
                <c:pt idx="173">
                  <c:v>17.3</c:v>
                </c:pt>
                <c:pt idx="174">
                  <c:v>17.399999999999999</c:v>
                </c:pt>
                <c:pt idx="175">
                  <c:v>17.5</c:v>
                </c:pt>
                <c:pt idx="176">
                  <c:v>17.600000000000001</c:v>
                </c:pt>
                <c:pt idx="177">
                  <c:v>17.7</c:v>
                </c:pt>
                <c:pt idx="178">
                  <c:v>17.8</c:v>
                </c:pt>
                <c:pt idx="179">
                  <c:v>17.899999999999999</c:v>
                </c:pt>
                <c:pt idx="180">
                  <c:v>18</c:v>
                </c:pt>
                <c:pt idx="181">
                  <c:v>18.100000000000001</c:v>
                </c:pt>
                <c:pt idx="182">
                  <c:v>18.2</c:v>
                </c:pt>
                <c:pt idx="183">
                  <c:v>18.3</c:v>
                </c:pt>
                <c:pt idx="184">
                  <c:v>18.399999999999999</c:v>
                </c:pt>
                <c:pt idx="185">
                  <c:v>18.5</c:v>
                </c:pt>
                <c:pt idx="186">
                  <c:v>18.600000000000001</c:v>
                </c:pt>
                <c:pt idx="187">
                  <c:v>18.7</c:v>
                </c:pt>
                <c:pt idx="188">
                  <c:v>18.8</c:v>
                </c:pt>
                <c:pt idx="189">
                  <c:v>18.899999999999999</c:v>
                </c:pt>
                <c:pt idx="190">
                  <c:v>19</c:v>
                </c:pt>
                <c:pt idx="191">
                  <c:v>19.100000000000001</c:v>
                </c:pt>
                <c:pt idx="192">
                  <c:v>19.2</c:v>
                </c:pt>
                <c:pt idx="193">
                  <c:v>19.3</c:v>
                </c:pt>
                <c:pt idx="194">
                  <c:v>19.399999999999999</c:v>
                </c:pt>
                <c:pt idx="195">
                  <c:v>19.5</c:v>
                </c:pt>
                <c:pt idx="196">
                  <c:v>19.600000000000001</c:v>
                </c:pt>
                <c:pt idx="197">
                  <c:v>19.7</c:v>
                </c:pt>
                <c:pt idx="198">
                  <c:v>19.8</c:v>
                </c:pt>
                <c:pt idx="199">
                  <c:v>19.899999999999999</c:v>
                </c:pt>
                <c:pt idx="200">
                  <c:v>20</c:v>
                </c:pt>
              </c:numCache>
            </c:numRef>
          </c:xVal>
          <c:yVal>
            <c:numRef>
              <c:f>Sheet1!$F$2:$F$202</c:f>
              <c:numCache>
                <c:formatCode>General</c:formatCode>
                <c:ptCount val="201"/>
                <c:pt idx="0">
                  <c:v>0</c:v>
                </c:pt>
                <c:pt idx="1">
                  <c:v>0.78943151720684801</c:v>
                </c:pt>
                <c:pt idx="2">
                  <c:v>1.399734879902532</c:v>
                </c:pt>
                <c:pt idx="3">
                  <c:v>1.7384004183951096</c:v>
                </c:pt>
                <c:pt idx="4">
                  <c:v>1.7641235875296084</c:v>
                </c:pt>
                <c:pt idx="5">
                  <c:v>1.4907899456479956</c:v>
                </c:pt>
                <c:pt idx="6">
                  <c:v>0.98191902389352392</c:v>
                </c:pt>
                <c:pt idx="7">
                  <c:v>0.33705988225980021</c:v>
                </c:pt>
                <c:pt idx="8">
                  <c:v>-0.32709825727740882</c:v>
                </c:pt>
                <c:pt idx="9">
                  <c:v>-0.89740641734737547</c:v>
                </c:pt>
                <c:pt idx="10">
                  <c:v>-1.2831347973935079</c:v>
                </c:pt>
                <c:pt idx="11">
                  <c:v>-1.4299707879959092</c:v>
                </c:pt>
                <c:pt idx="12">
                  <c:v>-1.3270592323494328</c:v>
                </c:pt>
                <c:pt idx="13">
                  <c:v>-1.0063026256744176</c:v>
                </c:pt>
                <c:pt idx="14">
                  <c:v>-0.53449003567041264</c:v>
                </c:pt>
                <c:pt idx="15">
                  <c:v>-3.1247565790626193E-16</c:v>
                </c:pt>
                <c:pt idx="16">
                  <c:v>0.50336375914857401</c:v>
                </c:pt>
                <c:pt idx="17">
                  <c:v>0.89251036423277641</c:v>
                </c:pt>
                <c:pt idx="18">
                  <c:v>1.108453045559791</c:v>
                </c:pt>
                <c:pt idx="19">
                  <c:v>1.1248548623488759</c:v>
                </c:pt>
                <c:pt idx="20">
                  <c:v>0.95056963749985579</c:v>
                </c:pt>
                <c:pt idx="21">
                  <c:v>0.62609921224748366</c:v>
                </c:pt>
                <c:pt idx="22">
                  <c:v>0.21491886971116872</c:v>
                </c:pt>
                <c:pt idx="23">
                  <c:v>-0.20856705718649676</c:v>
                </c:pt>
                <c:pt idx="24">
                  <c:v>-0.57221159514672448</c:v>
                </c:pt>
                <c:pt idx="25">
                  <c:v>-0.81816286914360126</c:v>
                </c:pt>
                <c:pt idx="26">
                  <c:v>-0.91178963042296191</c:v>
                </c:pt>
                <c:pt idx="27">
                  <c:v>-0.84617032541557835</c:v>
                </c:pt>
                <c:pt idx="28">
                  <c:v>-0.64164688318091589</c:v>
                </c:pt>
                <c:pt idx="29">
                  <c:v>-0.3408058935047818</c:v>
                </c:pt>
                <c:pt idx="30">
                  <c:v>-3.9848655235513474E-16</c:v>
                </c:pt>
                <c:pt idx="31">
                  <c:v>0.32095890333929322</c:v>
                </c:pt>
                <c:pt idx="32">
                  <c:v>0.5690897338490204</c:v>
                </c:pt>
                <c:pt idx="33">
                  <c:v>0.70678086659981476</c:v>
                </c:pt>
                <c:pt idx="34">
                  <c:v>0.71723912672227785</c:v>
                </c:pt>
                <c:pt idx="35">
                  <c:v>0.60610996094681224</c:v>
                </c:pt>
                <c:pt idx="36">
                  <c:v>0.39921848343721145</c:v>
                </c:pt>
                <c:pt idx="37">
                  <c:v>0.1370383216425734</c:v>
                </c:pt>
                <c:pt idx="38">
                  <c:v>-0.13298822716301847</c:v>
                </c:pt>
                <c:pt idx="39">
                  <c:v>-0.36485822174995225</c:v>
                </c:pt>
                <c:pt idx="40">
                  <c:v>-0.52168367797760073</c:v>
                </c:pt>
                <c:pt idx="41">
                  <c:v>-0.58138273671449314</c:v>
                </c:pt>
                <c:pt idx="42">
                  <c:v>-0.53954202055192968</c:v>
                </c:pt>
                <c:pt idx="43">
                  <c:v>-0.40913211611652006</c:v>
                </c:pt>
                <c:pt idx="44">
                  <c:v>-0.21730743193726013</c:v>
                </c:pt>
                <c:pt idx="45">
                  <c:v>-3.8112936573650638E-16</c:v>
                </c:pt>
                <c:pt idx="46">
                  <c:v>0.20465243228278401</c:v>
                </c:pt>
                <c:pt idx="47">
                  <c:v>0.36286763510107822</c:v>
                </c:pt>
                <c:pt idx="48">
                  <c:v>0.45066337757167496</c:v>
                </c:pt>
                <c:pt idx="49">
                  <c:v>0.45733185864274084</c:v>
                </c:pt>
                <c:pt idx="50">
                  <c:v>0.38647277407806074</c:v>
                </c:pt>
                <c:pt idx="51">
                  <c:v>0.25455294368731807</c:v>
                </c:pt>
                <c:pt idx="52">
                  <c:v>8.7379491730304945E-2</c:v>
                </c:pt>
                <c:pt idx="53">
                  <c:v>-8.4797037473411163E-2</c:v>
                </c:pt>
                <c:pt idx="54">
                  <c:v>-0.23264387353842905</c:v>
                </c:pt>
                <c:pt idx="55">
                  <c:v>-0.33264019932010591</c:v>
                </c:pt>
                <c:pt idx="56">
                  <c:v>-0.37070599979607033</c:v>
                </c:pt>
                <c:pt idx="57">
                  <c:v>-0.34402718128680343</c:v>
                </c:pt>
                <c:pt idx="58">
                  <c:v>-0.26087415496848143</c:v>
                </c:pt>
                <c:pt idx="59">
                  <c:v>-0.13856133615982957</c:v>
                </c:pt>
                <c:pt idx="60">
                  <c:v>-3.2402508400446312E-16</c:v>
                </c:pt>
                <c:pt idx="61">
                  <c:v>0.13049215212137164</c:v>
                </c:pt>
                <c:pt idx="62">
                  <c:v>0.23137461945286461</c:v>
                </c:pt>
                <c:pt idx="63">
                  <c:v>0.28735565644465211</c:v>
                </c:pt>
                <c:pt idx="64">
                  <c:v>0.29160766770412111</c:v>
                </c:pt>
                <c:pt idx="65">
                  <c:v>0.2464259205875331</c:v>
                </c:pt>
                <c:pt idx="66">
                  <c:v>0.16231012297322525</c:v>
                </c:pt>
                <c:pt idx="67">
                  <c:v>5.5715623801643514E-2</c:v>
                </c:pt>
                <c:pt idx="68">
                  <c:v>-5.4068978267174231E-2</c:v>
                </c:pt>
                <c:pt idx="69">
                  <c:v>-0.14834028307043881</c:v>
                </c:pt>
                <c:pt idx="70">
                  <c:v>-0.21210075544757731</c:v>
                </c:pt>
                <c:pt idx="71">
                  <c:v>-0.23637258144506973</c:v>
                </c:pt>
                <c:pt idx="72">
                  <c:v>-0.2193614157115534</c:v>
                </c:pt>
                <c:pt idx="73">
                  <c:v>-0.16634070523844491</c:v>
                </c:pt>
                <c:pt idx="74">
                  <c:v>-8.8350608661835334E-2</c:v>
                </c:pt>
                <c:pt idx="75">
                  <c:v>-1.0071659279128718E-15</c:v>
                </c:pt>
                <c:pt idx="76">
                  <c:v>8.3205469758297415E-2</c:v>
                </c:pt>
                <c:pt idx="77">
                  <c:v>0.14753097093392167</c:v>
                </c:pt>
                <c:pt idx="78">
                  <c:v>0.18322605607686504</c:v>
                </c:pt>
                <c:pt idx="79">
                  <c:v>0.18593725815691489</c:v>
                </c:pt>
                <c:pt idx="80">
                  <c:v>0.15712810425592297</c:v>
                </c:pt>
                <c:pt idx="81">
                  <c:v>0.10349350370092038</c:v>
                </c:pt>
                <c:pt idx="82">
                  <c:v>3.5525850221097277E-2</c:v>
                </c:pt>
                <c:pt idx="83">
                  <c:v>-3.4475902672576671E-2</c:v>
                </c:pt>
                <c:pt idx="84">
                  <c:v>-9.4585940505254026E-2</c:v>
                </c:pt>
                <c:pt idx="85">
                  <c:v>-0.13524141265362077</c:v>
                </c:pt>
                <c:pt idx="86">
                  <c:v>-0.15071781220088692</c:v>
                </c:pt>
                <c:pt idx="87">
                  <c:v>-0.13987101403729324</c:v>
                </c:pt>
                <c:pt idx="88">
                  <c:v>-0.10606351642065151</c:v>
                </c:pt>
                <c:pt idx="89">
                  <c:v>-5.6334835295704301E-2</c:v>
                </c:pt>
                <c:pt idx="90">
                  <c:v>-1.9760815222667045E-16</c:v>
                </c:pt>
                <c:pt idx="91">
                  <c:v>5.3054149886804083E-2</c:v>
                </c:pt>
                <c:pt idx="92">
                  <c:v>9.4069900303561424E-2</c:v>
                </c:pt>
                <c:pt idx="93">
                  <c:v>0.1168300914652388</c:v>
                </c:pt>
                <c:pt idx="94">
                  <c:v>0.11855883023621418</c:v>
                </c:pt>
                <c:pt idx="95">
                  <c:v>0.10018930268453743</c:v>
                </c:pt>
                <c:pt idx="96">
                  <c:v>6.599037146967901E-2</c:v>
                </c:pt>
                <c:pt idx="97">
                  <c:v>2.2652282211270244E-2</c:v>
                </c:pt>
                <c:pt idx="98">
                  <c:v>-2.1982806096607195E-2</c:v>
                </c:pt>
                <c:pt idx="99">
                  <c:v>-6.0310658413772096E-2</c:v>
                </c:pt>
                <c:pt idx="100">
                  <c:v>-8.6233731973045694E-2</c:v>
                </c:pt>
                <c:pt idx="101">
                  <c:v>-9.6101920010129058E-2</c:v>
                </c:pt>
                <c:pt idx="102">
                  <c:v>-8.9185696146062643E-2</c:v>
                </c:pt>
                <c:pt idx="103">
                  <c:v>-6.7629083929805184E-2</c:v>
                </c:pt>
                <c:pt idx="104">
                  <c:v>-3.5920676901517554E-2</c:v>
                </c:pt>
                <c:pt idx="105">
                  <c:v>-1.4700060765796684E-16</c:v>
                </c:pt>
                <c:pt idx="106">
                  <c:v>3.3828819528187393E-2</c:v>
                </c:pt>
                <c:pt idx="107">
                  <c:v>5.9981616653804366E-2</c:v>
                </c:pt>
                <c:pt idx="108">
                  <c:v>7.4494155274782911E-2</c:v>
                </c:pt>
                <c:pt idx="109">
                  <c:v>7.559644778195683E-2</c:v>
                </c:pt>
                <c:pt idx="110">
                  <c:v>6.3883519883016007E-2</c:v>
                </c:pt>
                <c:pt idx="111">
                  <c:v>4.207731858504566E-2</c:v>
                </c:pt>
                <c:pt idx="112">
                  <c:v>1.4443732836386551E-2</c:v>
                </c:pt>
                <c:pt idx="113">
                  <c:v>-1.4016856018839476E-2</c:v>
                </c:pt>
                <c:pt idx="114">
                  <c:v>-3.8455773647466031E-2</c:v>
                </c:pt>
                <c:pt idx="115">
                  <c:v>-5.4985055125420318E-2</c:v>
                </c:pt>
                <c:pt idx="116">
                  <c:v>-6.1277289623362083E-2</c:v>
                </c:pt>
                <c:pt idx="117">
                  <c:v>-5.6867310584715024E-2</c:v>
                </c:pt>
                <c:pt idx="118">
                  <c:v>-4.3122207782035751E-2</c:v>
                </c:pt>
                <c:pt idx="119">
                  <c:v>-2.2904034817717581E-2</c:v>
                </c:pt>
                <c:pt idx="120">
                  <c:v>-1.071219722836879E-16</c:v>
                </c:pt>
                <c:pt idx="121">
                  <c:v>2.1570207667305E-2</c:v>
                </c:pt>
                <c:pt idx="122">
                  <c:v>3.8245967358251039E-2</c:v>
                </c:pt>
                <c:pt idx="123">
                  <c:v>4.7499570534485322E-2</c:v>
                </c:pt>
                <c:pt idx="124">
                  <c:v>4.8202423268381055E-2</c:v>
                </c:pt>
                <c:pt idx="125">
                  <c:v>4.073393070210013E-2</c:v>
                </c:pt>
                <c:pt idx="126">
                  <c:v>2.682968287458342E-2</c:v>
                </c:pt>
                <c:pt idx="127">
                  <c:v>9.2097306709841911E-3</c:v>
                </c:pt>
                <c:pt idx="128">
                  <c:v>-8.9375419948408367E-3</c:v>
                </c:pt>
                <c:pt idx="129">
                  <c:v>-2.452048387001881E-2</c:v>
                </c:pt>
                <c:pt idx="130">
                  <c:v>-3.5060019066443203E-2</c:v>
                </c:pt>
                <c:pt idx="131">
                  <c:v>-3.9072124918936441E-2</c:v>
                </c:pt>
                <c:pt idx="132">
                  <c:v>-3.6260198135833074E-2</c:v>
                </c:pt>
                <c:pt idx="133">
                  <c:v>-2.7495933641909508E-2</c:v>
                </c:pt>
                <c:pt idx="134">
                  <c:v>-1.4604257385501781E-2</c:v>
                </c:pt>
                <c:pt idx="135">
                  <c:v>-7.684198333349258E-17</c:v>
                </c:pt>
                <c:pt idx="136">
                  <c:v>1.3753771645001481E-2</c:v>
                </c:pt>
                <c:pt idx="137">
                  <c:v>2.4386705473628128E-2</c:v>
                </c:pt>
                <c:pt idx="138">
                  <c:v>3.0287063362731927E-2</c:v>
                </c:pt>
                <c:pt idx="139">
                  <c:v>3.0735222052308185E-2</c:v>
                </c:pt>
                <c:pt idx="140">
                  <c:v>2.5973100941869613E-2</c:v>
                </c:pt>
                <c:pt idx="141">
                  <c:v>1.7107361099918814E-2</c:v>
                </c:pt>
                <c:pt idx="142">
                  <c:v>5.8723835446740091E-3</c:v>
                </c:pt>
                <c:pt idx="143">
                  <c:v>-5.6988283822125216E-3</c:v>
                </c:pt>
                <c:pt idx="144">
                  <c:v>-1.5634950806911591E-2</c:v>
                </c:pt>
                <c:pt idx="145">
                  <c:v>-2.2355255153160308E-2</c:v>
                </c:pt>
                <c:pt idx="146">
                  <c:v>-2.4913486791996467E-2</c:v>
                </c:pt>
                <c:pt idx="147">
                  <c:v>-2.3120523114790521E-2</c:v>
                </c:pt>
                <c:pt idx="148">
                  <c:v>-1.7532181345205695E-2</c:v>
                </c:pt>
                <c:pt idx="149">
                  <c:v>-9.3120856425261342E-3</c:v>
                </c:pt>
                <c:pt idx="150">
                  <c:v>-2.1230901561429449E-16</c:v>
                </c:pt>
                <c:pt idx="151">
                  <c:v>8.7697919918301101E-3</c:v>
                </c:pt>
                <c:pt idx="152">
                  <c:v>1.5549649935294179E-2</c:v>
                </c:pt>
                <c:pt idx="153">
                  <c:v>1.9311884230030281E-2</c:v>
                </c:pt>
                <c:pt idx="154">
                  <c:v>1.9597642826898003E-2</c:v>
                </c:pt>
                <c:pt idx="155">
                  <c:v>1.6561180345450077E-2</c:v>
                </c:pt>
                <c:pt idx="156">
                  <c:v>1.0908135037267461E-2</c:v>
                </c:pt>
                <c:pt idx="157">
                  <c:v>3.7443970652047348E-3</c:v>
                </c:pt>
                <c:pt idx="158">
                  <c:v>-3.6337334077598663E-3</c:v>
                </c:pt>
                <c:pt idx="159">
                  <c:v>-9.969284783708298E-3</c:v>
                </c:pt>
                <c:pt idx="160">
                  <c:v>-1.4254340022342667E-2</c:v>
                </c:pt>
                <c:pt idx="161">
                  <c:v>-1.5885540533634168E-2</c:v>
                </c:pt>
                <c:pt idx="162">
                  <c:v>-1.4742296418212364E-2</c:v>
                </c:pt>
                <c:pt idx="163">
                  <c:v>-1.1179012385041253E-2</c:v>
                </c:pt>
                <c:pt idx="164">
                  <c:v>-5.9376479559877897E-3</c:v>
                </c:pt>
                <c:pt idx="165">
                  <c:v>6.2477094157502124E-17</c:v>
                </c:pt>
                <c:pt idx="166">
                  <c:v>5.5918662578582322E-3</c:v>
                </c:pt>
                <c:pt idx="167">
                  <c:v>9.9148945466072495E-3</c:v>
                </c:pt>
                <c:pt idx="168">
                  <c:v>1.2313801045927851E-2</c:v>
                </c:pt>
                <c:pt idx="169">
                  <c:v>1.2496008771858714E-2</c:v>
                </c:pt>
                <c:pt idx="170">
                  <c:v>1.0559874812344128E-2</c:v>
                </c:pt>
                <c:pt idx="171">
                  <c:v>6.955333981453489E-3</c:v>
                </c:pt>
                <c:pt idx="172">
                  <c:v>2.3875329796244119E-3</c:v>
                </c:pt>
                <c:pt idx="173">
                  <c:v>-2.3169707162761302E-3</c:v>
                </c:pt>
                <c:pt idx="174">
                  <c:v>-6.3566966296270504E-3</c:v>
                </c:pt>
                <c:pt idx="175">
                  <c:v>-9.0889684810346559E-3</c:v>
                </c:pt>
                <c:pt idx="176">
                  <c:v>-1.0129067847973917E-2</c:v>
                </c:pt>
                <c:pt idx="177">
                  <c:v>-9.4001032158050595E-3</c:v>
                </c:pt>
                <c:pt idx="178">
                  <c:v>-7.128053004030719E-3</c:v>
                </c:pt>
                <c:pt idx="179">
                  <c:v>-3.7860114911572357E-3</c:v>
                </c:pt>
                <c:pt idx="180">
                  <c:v>-2.6560714383895832E-17</c:v>
                </c:pt>
                <c:pt idx="181">
                  <c:v>3.5655313461142478E-3</c:v>
                </c:pt>
                <c:pt idx="182">
                  <c:v>6.3220158832779372E-3</c:v>
                </c:pt>
                <c:pt idx="183">
                  <c:v>7.8516262003532501E-3</c:v>
                </c:pt>
                <c:pt idx="184">
                  <c:v>7.96780697584973E-3</c:v>
                </c:pt>
                <c:pt idx="185">
                  <c:v>6.7332734579523346E-3</c:v>
                </c:pt>
                <c:pt idx="186">
                  <c:v>4.4349167505063408E-3</c:v>
                </c:pt>
                <c:pt idx="187">
                  <c:v>1.5223582407338893E-3</c:v>
                </c:pt>
                <c:pt idx="188">
                  <c:v>-1.477365755180974E-3</c:v>
                </c:pt>
                <c:pt idx="189">
                  <c:v>-4.0532087223694143E-3</c:v>
                </c:pt>
                <c:pt idx="190">
                  <c:v>-5.7953821727106582E-3</c:v>
                </c:pt>
                <c:pt idx="191">
                  <c:v>-6.4585788095551464E-3</c:v>
                </c:pt>
                <c:pt idx="192">
                  <c:v>-5.9937704385476529E-3</c:v>
                </c:pt>
                <c:pt idx="193">
                  <c:v>-4.5450472616221649E-3</c:v>
                </c:pt>
                <c:pt idx="194">
                  <c:v>-2.4140675091254213E-3</c:v>
                </c:pt>
                <c:pt idx="195">
                  <c:v>-5.9273009349911709E-17</c:v>
                </c:pt>
                <c:pt idx="196">
                  <c:v>2.2734831617723574E-3</c:v>
                </c:pt>
                <c:pt idx="197">
                  <c:v>4.031095302178031E-3</c:v>
                </c:pt>
                <c:pt idx="198">
                  <c:v>5.0064179013563168E-3</c:v>
                </c:pt>
                <c:pt idx="199">
                  <c:v>5.0804980344901296E-3</c:v>
                </c:pt>
                <c:pt idx="200">
                  <c:v>4.2933247093580752E-3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AA5-4514-AA9F-3FD754A859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7511567"/>
        <c:axId val="1037512527"/>
      </c:scatterChart>
      <c:valAx>
        <c:axId val="1037511567"/>
        <c:scaling>
          <c:orientation val="minMax"/>
          <c:max val="5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1037512527"/>
        <c:crosses val="autoZero"/>
        <c:crossBetween val="midCat"/>
      </c:valAx>
      <c:valAx>
        <c:axId val="103751252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751156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Sheet1!$A$2:$A$52</c:f>
              <c:numCache>
                <c:formatCode>General</c:formatCode>
                <c:ptCount val="5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</c:numCache>
            </c:numRef>
          </c:xVal>
          <c:yVal>
            <c:numRef>
              <c:f>Sheet1!$U$152:$U$202</c:f>
              <c:numCache>
                <c:formatCode>General</c:formatCode>
                <c:ptCount val="51"/>
                <c:pt idx="0">
                  <c:v>-4.9741743945586956E-16</c:v>
                </c:pt>
                <c:pt idx="1">
                  <c:v>-0.2483835074357866</c:v>
                </c:pt>
                <c:pt idx="2">
                  <c:v>-0.41829452000491912</c:v>
                </c:pt>
                <c:pt idx="3">
                  <c:v>-0.43536544320675291</c:v>
                </c:pt>
                <c:pt idx="4">
                  <c:v>-0.28005162261809097</c:v>
                </c:pt>
                <c:pt idx="5">
                  <c:v>5.4679232925753144E-16</c:v>
                </c:pt>
                <c:pt idx="6">
                  <c:v>0.30337630106356667</c:v>
                </c:pt>
                <c:pt idx="7">
                  <c:v>0.51090608045729247</c:v>
                </c:pt>
                <c:pt idx="8">
                  <c:v>0.53175655314035275</c:v>
                </c:pt>
                <c:pt idx="9">
                  <c:v>0.34205582429296738</c:v>
                </c:pt>
                <c:pt idx="10">
                  <c:v>-5.9364769697419789E-16</c:v>
                </c:pt>
                <c:pt idx="11">
                  <c:v>-0.37054465087947225</c:v>
                </c:pt>
                <c:pt idx="12">
                  <c:v>-0.62402209583133861</c:v>
                </c:pt>
                <c:pt idx="13">
                  <c:v>-0.64948892067537167</c:v>
                </c:pt>
                <c:pt idx="14">
                  <c:v>-0.41778792723618285</c:v>
                </c:pt>
                <c:pt idx="15">
                  <c:v>6.3444756765225314E-16</c:v>
                </c:pt>
                <c:pt idx="16">
                  <c:v>0.45258425860568458</c:v>
                </c:pt>
                <c:pt idx="17">
                  <c:v>0.76218230900128681</c:v>
                </c:pt>
                <c:pt idx="18">
                  <c:v>0.79328755910737081</c:v>
                </c:pt>
                <c:pt idx="19">
                  <c:v>0.51028732665229404</c:v>
                </c:pt>
                <c:pt idx="20">
                  <c:v>-6.6421372203297681E-16</c:v>
                </c:pt>
                <c:pt idx="21">
                  <c:v>-0.5527876617608587</c:v>
                </c:pt>
                <c:pt idx="22">
                  <c:v>-0.93093157443505858</c:v>
                </c:pt>
                <c:pt idx="23">
                  <c:v>-0.96892361270789162</c:v>
                </c:pt>
                <c:pt idx="24">
                  <c:v>-0.62326634822729166</c:v>
                </c:pt>
                <c:pt idx="25">
                  <c:v>6.7606039341575876E-16</c:v>
                </c:pt>
                <c:pt idx="26">
                  <c:v>0.67517637475162373</c:v>
                </c:pt>
                <c:pt idx="27">
                  <c:v>1.1370423926733706</c:v>
                </c:pt>
                <c:pt idx="28">
                  <c:v>1.1834459730079359</c:v>
                </c:pt>
                <c:pt idx="29">
                  <c:v>0.76125923679323115</c:v>
                </c:pt>
                <c:pt idx="30">
                  <c:v>-6.605936233606857E-16</c:v>
                </c:pt>
                <c:pt idx="31">
                  <c:v>-0.82466228636621741</c:v>
                </c:pt>
                <c:pt idx="32">
                  <c:v>-1.3887867145562929</c:v>
                </c:pt>
                <c:pt idx="33">
                  <c:v>-1.4454641755654378</c:v>
                </c:pt>
                <c:pt idx="34">
                  <c:v>-0.92980413149415853</c:v>
                </c:pt>
                <c:pt idx="35">
                  <c:v>6.0513815519682143E-16</c:v>
                </c:pt>
                <c:pt idx="36">
                  <c:v>1.0072447911183695</c:v>
                </c:pt>
                <c:pt idx="37">
                  <c:v>1.6962679236552567</c:v>
                </c:pt>
                <c:pt idx="38">
                  <c:v>1.7654939308573419</c:v>
                </c:pt>
                <c:pt idx="39">
                  <c:v>1.1356653307556879</c:v>
                </c:pt>
                <c:pt idx="40">
                  <c:v>-4.9274494121690304E-16</c:v>
                </c:pt>
                <c:pt idx="41">
                  <c:v>-1.2302515660144406</c:v>
                </c:pt>
                <c:pt idx="42">
                  <c:v>-2.0718263205311542</c:v>
                </c:pt>
                <c:pt idx="43">
                  <c:v>-2.1563791566641979</c:v>
                </c:pt>
                <c:pt idx="44">
                  <c:v>-1.3871047673318777</c:v>
                </c:pt>
                <c:pt idx="45">
                  <c:v>3.0092001513589812E-16</c:v>
                </c:pt>
                <c:pt idx="46">
                  <c:v>1.5026326559609058</c:v>
                </c:pt>
                <c:pt idx="47">
                  <c:v>2.5305343823255884</c:v>
                </c:pt>
                <c:pt idx="48">
                  <c:v>2.633807449588752</c:v>
                </c:pt>
                <c:pt idx="49">
                  <c:v>1.6942135886762761</c:v>
                </c:pt>
                <c:pt idx="5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621-4272-9F5B-171FD930BF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7511567"/>
        <c:axId val="1037512527"/>
      </c:scatterChart>
      <c:scatterChart>
        <c:scatterStyle val="lineMarker"/>
        <c:varyColors val="0"/>
        <c:ser>
          <c:idx val="1"/>
          <c:order val="1"/>
          <c:tx>
            <c:v>wave 2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Sheet1!$A$2:$A$52</c:f>
              <c:numCache>
                <c:formatCode>General</c:formatCode>
                <c:ptCount val="5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</c:numCache>
            </c:numRef>
          </c:xVal>
          <c:yVal>
            <c:numRef>
              <c:f>Sheet1!$U$152:$U$202</c:f>
              <c:numCache>
                <c:formatCode>General</c:formatCode>
                <c:ptCount val="51"/>
                <c:pt idx="0">
                  <c:v>-4.9741743945586956E-16</c:v>
                </c:pt>
                <c:pt idx="1">
                  <c:v>-0.2483835074357866</c:v>
                </c:pt>
                <c:pt idx="2">
                  <c:v>-0.41829452000491912</c:v>
                </c:pt>
                <c:pt idx="3">
                  <c:v>-0.43536544320675291</c:v>
                </c:pt>
                <c:pt idx="4">
                  <c:v>-0.28005162261809097</c:v>
                </c:pt>
                <c:pt idx="5">
                  <c:v>5.4679232925753144E-16</c:v>
                </c:pt>
                <c:pt idx="6">
                  <c:v>0.30337630106356667</c:v>
                </c:pt>
                <c:pt idx="7">
                  <c:v>0.51090608045729247</c:v>
                </c:pt>
                <c:pt idx="8">
                  <c:v>0.53175655314035275</c:v>
                </c:pt>
                <c:pt idx="9">
                  <c:v>0.34205582429296738</c:v>
                </c:pt>
                <c:pt idx="10">
                  <c:v>-5.9364769697419789E-16</c:v>
                </c:pt>
                <c:pt idx="11">
                  <c:v>-0.37054465087947225</c:v>
                </c:pt>
                <c:pt idx="12">
                  <c:v>-0.62402209583133861</c:v>
                </c:pt>
                <c:pt idx="13">
                  <c:v>-0.64948892067537167</c:v>
                </c:pt>
                <c:pt idx="14">
                  <c:v>-0.41778792723618285</c:v>
                </c:pt>
                <c:pt idx="15">
                  <c:v>6.3444756765225314E-16</c:v>
                </c:pt>
                <c:pt idx="16">
                  <c:v>0.45258425860568458</c:v>
                </c:pt>
                <c:pt idx="17">
                  <c:v>0.76218230900128681</c:v>
                </c:pt>
                <c:pt idx="18">
                  <c:v>0.79328755910737081</c:v>
                </c:pt>
                <c:pt idx="19">
                  <c:v>0.51028732665229404</c:v>
                </c:pt>
                <c:pt idx="20">
                  <c:v>-6.6421372203297681E-16</c:v>
                </c:pt>
                <c:pt idx="21">
                  <c:v>-0.5527876617608587</c:v>
                </c:pt>
                <c:pt idx="22">
                  <c:v>-0.93093157443505858</c:v>
                </c:pt>
                <c:pt idx="23">
                  <c:v>-0.96892361270789162</c:v>
                </c:pt>
                <c:pt idx="24">
                  <c:v>-0.62326634822729166</c:v>
                </c:pt>
                <c:pt idx="25">
                  <c:v>6.7606039341575876E-16</c:v>
                </c:pt>
                <c:pt idx="26">
                  <c:v>0.67517637475162373</c:v>
                </c:pt>
                <c:pt idx="27">
                  <c:v>1.1370423926733706</c:v>
                </c:pt>
                <c:pt idx="28">
                  <c:v>1.1834459730079359</c:v>
                </c:pt>
                <c:pt idx="29">
                  <c:v>0.76125923679323115</c:v>
                </c:pt>
                <c:pt idx="30">
                  <c:v>-6.605936233606857E-16</c:v>
                </c:pt>
                <c:pt idx="31">
                  <c:v>-0.82466228636621741</c:v>
                </c:pt>
                <c:pt idx="32">
                  <c:v>-1.3887867145562929</c:v>
                </c:pt>
                <c:pt idx="33">
                  <c:v>-1.4454641755654378</c:v>
                </c:pt>
                <c:pt idx="34">
                  <c:v>-0.92980413149415853</c:v>
                </c:pt>
                <c:pt idx="35">
                  <c:v>6.0513815519682143E-16</c:v>
                </c:pt>
                <c:pt idx="36">
                  <c:v>1.0072447911183695</c:v>
                </c:pt>
                <c:pt idx="37">
                  <c:v>1.6962679236552567</c:v>
                </c:pt>
                <c:pt idx="38">
                  <c:v>1.7654939308573419</c:v>
                </c:pt>
                <c:pt idx="39">
                  <c:v>1.1356653307556879</c:v>
                </c:pt>
                <c:pt idx="40">
                  <c:v>-4.9274494121690304E-16</c:v>
                </c:pt>
                <c:pt idx="41">
                  <c:v>-1.2302515660144406</c:v>
                </c:pt>
                <c:pt idx="42">
                  <c:v>-2.0718263205311542</c:v>
                </c:pt>
                <c:pt idx="43">
                  <c:v>-2.1563791566641979</c:v>
                </c:pt>
                <c:pt idx="44">
                  <c:v>-1.3871047673318777</c:v>
                </c:pt>
                <c:pt idx="45">
                  <c:v>3.0092001513589812E-16</c:v>
                </c:pt>
                <c:pt idx="46">
                  <c:v>1.5026326559609058</c:v>
                </c:pt>
                <c:pt idx="47">
                  <c:v>2.5305343823255884</c:v>
                </c:pt>
                <c:pt idx="48">
                  <c:v>2.633807449588752</c:v>
                </c:pt>
                <c:pt idx="49">
                  <c:v>1.6942135886762761</c:v>
                </c:pt>
                <c:pt idx="5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621-4272-9F5B-171FD930BF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5642239"/>
        <c:axId val="75617168"/>
      </c:scatterChart>
      <c:valAx>
        <c:axId val="1037511567"/>
        <c:scaling>
          <c:orientation val="minMax"/>
          <c:max val="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CA" sz="14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Wavelength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037512527"/>
        <c:crossesAt val="-3"/>
        <c:crossBetween val="midCat"/>
      </c:valAx>
      <c:valAx>
        <c:axId val="1037512527"/>
        <c:scaling>
          <c:orientation val="minMax"/>
          <c:max val="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CA" sz="14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Amplitude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037511567"/>
        <c:crossesAt val="0"/>
        <c:crossBetween val="midCat"/>
      </c:valAx>
      <c:valAx>
        <c:axId val="75617168"/>
        <c:scaling>
          <c:orientation val="minMax"/>
          <c:max val="4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CA" sz="14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Excitement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645642239"/>
        <c:crosses val="max"/>
        <c:crossBetween val="midCat"/>
      </c:valAx>
      <c:valAx>
        <c:axId val="1645642239"/>
        <c:scaling>
          <c:orientation val="minMax"/>
          <c:max val="5"/>
        </c:scaling>
        <c:delete val="0"/>
        <c:axPos val="t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CA" sz="1600" b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Vibe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75617168"/>
        <c:crosses val="max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Sheet1!$A$2:$A$52</c:f>
              <c:numCache>
                <c:formatCode>General</c:formatCode>
                <c:ptCount val="5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</c:numCache>
            </c:numRef>
          </c:xVal>
          <c:yVal>
            <c:numRef>
              <c:f>Sheet1!$U$152:$U$202</c:f>
              <c:numCache>
                <c:formatCode>General</c:formatCode>
                <c:ptCount val="51"/>
                <c:pt idx="0">
                  <c:v>-4.9741743945586956E-16</c:v>
                </c:pt>
                <c:pt idx="1">
                  <c:v>-0.2483835074357866</c:v>
                </c:pt>
                <c:pt idx="2">
                  <c:v>-0.41829452000491912</c:v>
                </c:pt>
                <c:pt idx="3">
                  <c:v>-0.43536544320675291</c:v>
                </c:pt>
                <c:pt idx="4">
                  <c:v>-0.28005162261809097</c:v>
                </c:pt>
                <c:pt idx="5">
                  <c:v>5.4679232925753144E-16</c:v>
                </c:pt>
                <c:pt idx="6">
                  <c:v>0.30337630106356667</c:v>
                </c:pt>
                <c:pt idx="7">
                  <c:v>0.51090608045729247</c:v>
                </c:pt>
                <c:pt idx="8">
                  <c:v>0.53175655314035275</c:v>
                </c:pt>
                <c:pt idx="9">
                  <c:v>0.34205582429296738</c:v>
                </c:pt>
                <c:pt idx="10">
                  <c:v>-5.9364769697419789E-16</c:v>
                </c:pt>
                <c:pt idx="11">
                  <c:v>-0.37054465087947225</c:v>
                </c:pt>
                <c:pt idx="12">
                  <c:v>-0.62402209583133861</c:v>
                </c:pt>
                <c:pt idx="13">
                  <c:v>-0.64948892067537167</c:v>
                </c:pt>
                <c:pt idx="14">
                  <c:v>-0.41778792723618285</c:v>
                </c:pt>
                <c:pt idx="15">
                  <c:v>6.3444756765225314E-16</c:v>
                </c:pt>
                <c:pt idx="16">
                  <c:v>0.45258425860568458</c:v>
                </c:pt>
                <c:pt idx="17">
                  <c:v>0.76218230900128681</c:v>
                </c:pt>
                <c:pt idx="18">
                  <c:v>0.79328755910737081</c:v>
                </c:pt>
                <c:pt idx="19">
                  <c:v>0.51028732665229404</c:v>
                </c:pt>
                <c:pt idx="20">
                  <c:v>-6.6421372203297681E-16</c:v>
                </c:pt>
                <c:pt idx="21">
                  <c:v>-0.5527876617608587</c:v>
                </c:pt>
                <c:pt idx="22">
                  <c:v>-0.93093157443505858</c:v>
                </c:pt>
                <c:pt idx="23">
                  <c:v>-0.96892361270789162</c:v>
                </c:pt>
                <c:pt idx="24">
                  <c:v>-0.62326634822729166</c:v>
                </c:pt>
                <c:pt idx="25">
                  <c:v>6.7606039341575876E-16</c:v>
                </c:pt>
                <c:pt idx="26">
                  <c:v>0.67517637475162373</c:v>
                </c:pt>
                <c:pt idx="27">
                  <c:v>1.1370423926733706</c:v>
                </c:pt>
                <c:pt idx="28">
                  <c:v>1.1834459730079359</c:v>
                </c:pt>
                <c:pt idx="29">
                  <c:v>0.76125923679323115</c:v>
                </c:pt>
                <c:pt idx="30">
                  <c:v>-6.605936233606857E-16</c:v>
                </c:pt>
                <c:pt idx="31">
                  <c:v>-0.82466228636621741</c:v>
                </c:pt>
                <c:pt idx="32">
                  <c:v>-1.3887867145562929</c:v>
                </c:pt>
                <c:pt idx="33">
                  <c:v>-1.4454641755654378</c:v>
                </c:pt>
                <c:pt idx="34">
                  <c:v>-0.92980413149415853</c:v>
                </c:pt>
                <c:pt idx="35">
                  <c:v>6.0513815519682143E-16</c:v>
                </c:pt>
                <c:pt idx="36">
                  <c:v>1.0072447911183695</c:v>
                </c:pt>
                <c:pt idx="37">
                  <c:v>1.6962679236552567</c:v>
                </c:pt>
                <c:pt idx="38">
                  <c:v>1.7654939308573419</c:v>
                </c:pt>
                <c:pt idx="39">
                  <c:v>1.1356653307556879</c:v>
                </c:pt>
                <c:pt idx="40">
                  <c:v>-4.9274494121690304E-16</c:v>
                </c:pt>
                <c:pt idx="41">
                  <c:v>-1.2302515660144406</c:v>
                </c:pt>
                <c:pt idx="42">
                  <c:v>-2.0718263205311542</c:v>
                </c:pt>
                <c:pt idx="43">
                  <c:v>-2.1563791566641979</c:v>
                </c:pt>
                <c:pt idx="44">
                  <c:v>-1.3871047673318777</c:v>
                </c:pt>
                <c:pt idx="45">
                  <c:v>3.0092001513589812E-16</c:v>
                </c:pt>
                <c:pt idx="46">
                  <c:v>1.5026326559609058</c:v>
                </c:pt>
                <c:pt idx="47">
                  <c:v>2.5305343823255884</c:v>
                </c:pt>
                <c:pt idx="48">
                  <c:v>2.633807449588752</c:v>
                </c:pt>
                <c:pt idx="49">
                  <c:v>1.6942135886762761</c:v>
                </c:pt>
                <c:pt idx="5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4B5-4982-B136-986744B11F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7511567"/>
        <c:axId val="1037512527"/>
      </c:scatterChart>
      <c:scatterChart>
        <c:scatterStyle val="lineMarker"/>
        <c:varyColors val="0"/>
        <c:ser>
          <c:idx val="1"/>
          <c:order val="1"/>
          <c:tx>
            <c:v>wave 2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Sheet1!$A$2:$A$52</c:f>
              <c:numCache>
                <c:formatCode>General</c:formatCode>
                <c:ptCount val="5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1.1000000000000001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</c:numCache>
            </c:numRef>
          </c:xVal>
          <c:yVal>
            <c:numRef>
              <c:f>Sheet1!$V$152:$V$202</c:f>
              <c:numCache>
                <c:formatCode>General</c:formatCode>
                <c:ptCount val="51"/>
                <c:pt idx="0">
                  <c:v>0.38647277407806074</c:v>
                </c:pt>
                <c:pt idx="1">
                  <c:v>0.45733185864274084</c:v>
                </c:pt>
                <c:pt idx="2">
                  <c:v>0.45066337757167496</c:v>
                </c:pt>
                <c:pt idx="3">
                  <c:v>0.36286763510107822</c:v>
                </c:pt>
                <c:pt idx="4">
                  <c:v>0.20465243228278401</c:v>
                </c:pt>
                <c:pt idx="5">
                  <c:v>-3.8112936573650638E-16</c:v>
                </c:pt>
                <c:pt idx="6">
                  <c:v>-0.21730743193726013</c:v>
                </c:pt>
                <c:pt idx="7">
                  <c:v>-0.40913211611652006</c:v>
                </c:pt>
                <c:pt idx="8">
                  <c:v>-0.53954202055192968</c:v>
                </c:pt>
                <c:pt idx="9">
                  <c:v>-0.58138273671449314</c:v>
                </c:pt>
                <c:pt idx="10">
                  <c:v>-0.52168367797760073</c:v>
                </c:pt>
                <c:pt idx="11">
                  <c:v>-0.36485822174995225</c:v>
                </c:pt>
                <c:pt idx="12">
                  <c:v>-0.13298822716301847</c:v>
                </c:pt>
                <c:pt idx="13">
                  <c:v>0.1370383216425734</c:v>
                </c:pt>
                <c:pt idx="14">
                  <c:v>0.39921848343721145</c:v>
                </c:pt>
                <c:pt idx="15">
                  <c:v>0.60610996094681224</c:v>
                </c:pt>
                <c:pt idx="16">
                  <c:v>0.71723912672227785</c:v>
                </c:pt>
                <c:pt idx="17">
                  <c:v>0.70678086659981476</c:v>
                </c:pt>
                <c:pt idx="18">
                  <c:v>0.5690897338490204</c:v>
                </c:pt>
                <c:pt idx="19">
                  <c:v>0.32095890333929322</c:v>
                </c:pt>
                <c:pt idx="20">
                  <c:v>-3.9848655235513474E-16</c:v>
                </c:pt>
                <c:pt idx="21">
                  <c:v>-0.3408058935047818</c:v>
                </c:pt>
                <c:pt idx="22">
                  <c:v>-0.64164688318091589</c:v>
                </c:pt>
                <c:pt idx="23">
                  <c:v>-0.84617032541557835</c:v>
                </c:pt>
                <c:pt idx="24">
                  <c:v>-0.91178963042296191</c:v>
                </c:pt>
                <c:pt idx="25">
                  <c:v>-0.81816286914360126</c:v>
                </c:pt>
                <c:pt idx="26">
                  <c:v>-0.57221159514672448</c:v>
                </c:pt>
                <c:pt idx="27">
                  <c:v>-0.20856705718649676</c:v>
                </c:pt>
                <c:pt idx="28">
                  <c:v>0.21491886971116872</c:v>
                </c:pt>
                <c:pt idx="29">
                  <c:v>0.62609921224748366</c:v>
                </c:pt>
                <c:pt idx="30">
                  <c:v>0.95056963749985579</c:v>
                </c:pt>
                <c:pt idx="31">
                  <c:v>1.1248548623488759</c:v>
                </c:pt>
                <c:pt idx="32">
                  <c:v>1.108453045559791</c:v>
                </c:pt>
                <c:pt idx="33">
                  <c:v>0.89251036423277641</c:v>
                </c:pt>
                <c:pt idx="34">
                  <c:v>0.50336375914857401</c:v>
                </c:pt>
                <c:pt idx="35">
                  <c:v>-3.1247565790626193E-16</c:v>
                </c:pt>
                <c:pt idx="36">
                  <c:v>-0.53449003567041264</c:v>
                </c:pt>
                <c:pt idx="37">
                  <c:v>-1.0063026256744176</c:v>
                </c:pt>
                <c:pt idx="38">
                  <c:v>-1.3270592323494328</c:v>
                </c:pt>
                <c:pt idx="39">
                  <c:v>-1.4299707879959092</c:v>
                </c:pt>
                <c:pt idx="40">
                  <c:v>-1.2831347973935079</c:v>
                </c:pt>
                <c:pt idx="41">
                  <c:v>-0.89740641734737547</c:v>
                </c:pt>
                <c:pt idx="42">
                  <c:v>-0.32709825727740882</c:v>
                </c:pt>
                <c:pt idx="43">
                  <c:v>0.33705988225980021</c:v>
                </c:pt>
                <c:pt idx="44">
                  <c:v>0.98191902389352392</c:v>
                </c:pt>
                <c:pt idx="45">
                  <c:v>1.4907899456479956</c:v>
                </c:pt>
                <c:pt idx="46">
                  <c:v>1.7641235875296084</c:v>
                </c:pt>
                <c:pt idx="47">
                  <c:v>1.7384004183951096</c:v>
                </c:pt>
                <c:pt idx="48">
                  <c:v>1.399734879902532</c:v>
                </c:pt>
                <c:pt idx="49">
                  <c:v>0.78943151720684801</c:v>
                </c:pt>
                <c:pt idx="5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4B5-4982-B136-986744B11F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5642239"/>
        <c:axId val="75617168"/>
      </c:scatterChart>
      <c:valAx>
        <c:axId val="1037511567"/>
        <c:scaling>
          <c:orientation val="minMax"/>
          <c:max val="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CA" sz="1400" b="1">
                    <a:solidFill>
                      <a:sysClr val="windowText" lastClr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Wavelength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7512527"/>
        <c:crossesAt val="-3"/>
        <c:crossBetween val="midCat"/>
      </c:valAx>
      <c:valAx>
        <c:axId val="1037512527"/>
        <c:scaling>
          <c:orientation val="minMax"/>
          <c:max val="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CA" sz="1400" b="1">
                    <a:solidFill>
                      <a:sysClr val="windowText" lastClr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Amplitude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037511567"/>
        <c:crossesAt val="0"/>
        <c:crossBetween val="midCat"/>
      </c:valAx>
      <c:valAx>
        <c:axId val="75617168"/>
        <c:scaling>
          <c:orientation val="minMax"/>
          <c:max val="4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CA" sz="1400" b="1">
                    <a:solidFill>
                      <a:sysClr val="windowText" lastClr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Excitement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645642239"/>
        <c:crosses val="max"/>
        <c:crossBetween val="midCat"/>
      </c:valAx>
      <c:valAx>
        <c:axId val="1645642239"/>
        <c:scaling>
          <c:orientation val="minMax"/>
          <c:max val="5"/>
        </c:scaling>
        <c:delete val="0"/>
        <c:axPos val="t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CA" sz="1400" b="1">
                    <a:solidFill>
                      <a:sysClr val="windowText" lastClr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Vibe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75617168"/>
        <c:crosses val="max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wave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Sheet2!$T$2:$T$102</c:f>
              <c:numCache>
                <c:formatCode>General</c:formatCode>
                <c:ptCount val="10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0.15000000000000002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0.39999999999999997</c:v>
                </c:pt>
                <c:pt idx="9">
                  <c:v>0.44999999999999996</c:v>
                </c:pt>
                <c:pt idx="10">
                  <c:v>0.49999999999999994</c:v>
                </c:pt>
                <c:pt idx="11">
                  <c:v>0.54999999999999993</c:v>
                </c:pt>
                <c:pt idx="12">
                  <c:v>0.6</c:v>
                </c:pt>
                <c:pt idx="13">
                  <c:v>0.65</c:v>
                </c:pt>
                <c:pt idx="14">
                  <c:v>0.70000000000000007</c:v>
                </c:pt>
                <c:pt idx="15">
                  <c:v>0.75000000000000011</c:v>
                </c:pt>
                <c:pt idx="16">
                  <c:v>0.80000000000000016</c:v>
                </c:pt>
                <c:pt idx="17">
                  <c:v>0.8500000000000002</c:v>
                </c:pt>
                <c:pt idx="18">
                  <c:v>0.90000000000000024</c:v>
                </c:pt>
                <c:pt idx="19">
                  <c:v>0.95000000000000029</c:v>
                </c:pt>
                <c:pt idx="20">
                  <c:v>1.0000000000000002</c:v>
                </c:pt>
                <c:pt idx="21">
                  <c:v>1.0500000000000003</c:v>
                </c:pt>
                <c:pt idx="22">
                  <c:v>1.1000000000000003</c:v>
                </c:pt>
                <c:pt idx="23">
                  <c:v>1.1500000000000004</c:v>
                </c:pt>
                <c:pt idx="24">
                  <c:v>1.2000000000000004</c:v>
                </c:pt>
                <c:pt idx="25">
                  <c:v>1.2500000000000004</c:v>
                </c:pt>
                <c:pt idx="26">
                  <c:v>1.3000000000000005</c:v>
                </c:pt>
                <c:pt idx="27">
                  <c:v>1.3500000000000005</c:v>
                </c:pt>
                <c:pt idx="28">
                  <c:v>1.4000000000000006</c:v>
                </c:pt>
                <c:pt idx="29">
                  <c:v>1.4500000000000006</c:v>
                </c:pt>
                <c:pt idx="30">
                  <c:v>1.5000000000000007</c:v>
                </c:pt>
                <c:pt idx="31">
                  <c:v>1.5500000000000007</c:v>
                </c:pt>
                <c:pt idx="32">
                  <c:v>1.6000000000000008</c:v>
                </c:pt>
                <c:pt idx="33">
                  <c:v>1.6500000000000008</c:v>
                </c:pt>
                <c:pt idx="34">
                  <c:v>1.7000000000000008</c:v>
                </c:pt>
                <c:pt idx="35">
                  <c:v>1.7500000000000009</c:v>
                </c:pt>
                <c:pt idx="36">
                  <c:v>1.8000000000000009</c:v>
                </c:pt>
                <c:pt idx="37">
                  <c:v>1.850000000000001</c:v>
                </c:pt>
                <c:pt idx="38">
                  <c:v>1.900000000000001</c:v>
                </c:pt>
                <c:pt idx="39">
                  <c:v>1.9500000000000011</c:v>
                </c:pt>
                <c:pt idx="40">
                  <c:v>2.0000000000000009</c:v>
                </c:pt>
                <c:pt idx="41">
                  <c:v>2.0500000000000007</c:v>
                </c:pt>
                <c:pt idx="42">
                  <c:v>2.1000000000000005</c:v>
                </c:pt>
                <c:pt idx="43">
                  <c:v>2.1500000000000004</c:v>
                </c:pt>
                <c:pt idx="44">
                  <c:v>2.2000000000000002</c:v>
                </c:pt>
                <c:pt idx="45">
                  <c:v>2.25</c:v>
                </c:pt>
                <c:pt idx="46">
                  <c:v>2.2999999999999998</c:v>
                </c:pt>
                <c:pt idx="47">
                  <c:v>2.3499999999999996</c:v>
                </c:pt>
                <c:pt idx="48">
                  <c:v>2.3999999999999995</c:v>
                </c:pt>
                <c:pt idx="49">
                  <c:v>2.4499999999999993</c:v>
                </c:pt>
                <c:pt idx="50">
                  <c:v>2.4999999999999991</c:v>
                </c:pt>
                <c:pt idx="51">
                  <c:v>2.5499999999999989</c:v>
                </c:pt>
                <c:pt idx="52">
                  <c:v>2.5999999999999988</c:v>
                </c:pt>
                <c:pt idx="53">
                  <c:v>2.6499999999999986</c:v>
                </c:pt>
                <c:pt idx="54">
                  <c:v>2.6999999999999984</c:v>
                </c:pt>
                <c:pt idx="55">
                  <c:v>2.7499999999999982</c:v>
                </c:pt>
                <c:pt idx="56">
                  <c:v>2.799999999999998</c:v>
                </c:pt>
                <c:pt idx="57">
                  <c:v>2.8499999999999979</c:v>
                </c:pt>
                <c:pt idx="58">
                  <c:v>2.8999999999999977</c:v>
                </c:pt>
                <c:pt idx="59">
                  <c:v>2.9499999999999975</c:v>
                </c:pt>
                <c:pt idx="60">
                  <c:v>2.9999999999999973</c:v>
                </c:pt>
                <c:pt idx="61">
                  <c:v>3.0499999999999972</c:v>
                </c:pt>
                <c:pt idx="62">
                  <c:v>3.099999999999997</c:v>
                </c:pt>
                <c:pt idx="63">
                  <c:v>3.1499999999999968</c:v>
                </c:pt>
                <c:pt idx="64">
                  <c:v>3.1999999999999966</c:v>
                </c:pt>
                <c:pt idx="65">
                  <c:v>3.2499999999999964</c:v>
                </c:pt>
                <c:pt idx="66">
                  <c:v>3.2999999999999963</c:v>
                </c:pt>
                <c:pt idx="67">
                  <c:v>3.3499999999999961</c:v>
                </c:pt>
                <c:pt idx="68">
                  <c:v>3.3999999999999959</c:v>
                </c:pt>
                <c:pt idx="69">
                  <c:v>3.4499999999999957</c:v>
                </c:pt>
                <c:pt idx="70">
                  <c:v>3.4999999999999956</c:v>
                </c:pt>
                <c:pt idx="71">
                  <c:v>3.5499999999999954</c:v>
                </c:pt>
                <c:pt idx="72">
                  <c:v>3.5999999999999952</c:v>
                </c:pt>
                <c:pt idx="73">
                  <c:v>3.649999999999995</c:v>
                </c:pt>
                <c:pt idx="74">
                  <c:v>3.6999999999999948</c:v>
                </c:pt>
                <c:pt idx="75">
                  <c:v>3.7499999999999947</c:v>
                </c:pt>
                <c:pt idx="76">
                  <c:v>3.7999999999999945</c:v>
                </c:pt>
                <c:pt idx="77">
                  <c:v>3.8499999999999943</c:v>
                </c:pt>
                <c:pt idx="78">
                  <c:v>3.8999999999999941</c:v>
                </c:pt>
                <c:pt idx="79">
                  <c:v>3.949999999999994</c:v>
                </c:pt>
                <c:pt idx="80">
                  <c:v>3.9999999999999938</c:v>
                </c:pt>
                <c:pt idx="81">
                  <c:v>4.0499999999999936</c:v>
                </c:pt>
                <c:pt idx="82">
                  <c:v>4.0999999999999934</c:v>
                </c:pt>
                <c:pt idx="83">
                  <c:v>4.1499999999999932</c:v>
                </c:pt>
                <c:pt idx="84">
                  <c:v>4.1999999999999931</c:v>
                </c:pt>
                <c:pt idx="85">
                  <c:v>4.2499999999999929</c:v>
                </c:pt>
                <c:pt idx="86">
                  <c:v>4.2999999999999927</c:v>
                </c:pt>
                <c:pt idx="87">
                  <c:v>4.3499999999999925</c:v>
                </c:pt>
                <c:pt idx="88">
                  <c:v>4.3999999999999924</c:v>
                </c:pt>
                <c:pt idx="89">
                  <c:v>4.4499999999999922</c:v>
                </c:pt>
                <c:pt idx="90">
                  <c:v>4.499999999999992</c:v>
                </c:pt>
                <c:pt idx="91">
                  <c:v>4.5499999999999918</c:v>
                </c:pt>
                <c:pt idx="92">
                  <c:v>4.5999999999999917</c:v>
                </c:pt>
                <c:pt idx="93">
                  <c:v>4.6499999999999915</c:v>
                </c:pt>
                <c:pt idx="94">
                  <c:v>4.6999999999999913</c:v>
                </c:pt>
                <c:pt idx="95">
                  <c:v>4.7499999999999911</c:v>
                </c:pt>
                <c:pt idx="96">
                  <c:v>4.7999999999999909</c:v>
                </c:pt>
                <c:pt idx="97">
                  <c:v>4.8499999999999908</c:v>
                </c:pt>
                <c:pt idx="98">
                  <c:v>4.8999999999999906</c:v>
                </c:pt>
                <c:pt idx="99">
                  <c:v>4.9499999999999904</c:v>
                </c:pt>
                <c:pt idx="100">
                  <c:v>4.9999999999999902</c:v>
                </c:pt>
              </c:numCache>
            </c:numRef>
          </c:cat>
          <c:val>
            <c:numRef>
              <c:f>Sheet2!$U$2:$U$102</c:f>
              <c:numCache>
                <c:formatCode>General</c:formatCode>
                <c:ptCount val="101"/>
                <c:pt idx="0">
                  <c:v>0</c:v>
                </c:pt>
                <c:pt idx="1">
                  <c:v>0.40963257801527031</c:v>
                </c:pt>
                <c:pt idx="2">
                  <c:v>0.78943151720684801</c:v>
                </c:pt>
                <c:pt idx="3">
                  <c:v>1.1238424421004753</c:v>
                </c:pt>
                <c:pt idx="4">
                  <c:v>1.399734879902532</c:v>
                </c:pt>
                <c:pt idx="5">
                  <c:v>1.6068988547121354</c:v>
                </c:pt>
                <c:pt idx="6">
                  <c:v>1.7384004183951096</c:v>
                </c:pt>
                <c:pt idx="7">
                  <c:v>1.7907849012980572</c:v>
                </c:pt>
                <c:pt idx="8">
                  <c:v>1.7641235875296084</c:v>
                </c:pt>
                <c:pt idx="9">
                  <c:v>1.6619064224033322</c:v>
                </c:pt>
                <c:pt idx="10">
                  <c:v>1.4907899456479956</c:v>
                </c:pt>
                <c:pt idx="11">
                  <c:v>1.2602156374955915</c:v>
                </c:pt>
                <c:pt idx="12">
                  <c:v>0.98191902389352392</c:v>
                </c:pt>
                <c:pt idx="13">
                  <c:v>0.66935401324825816</c:v>
                </c:pt>
                <c:pt idx="14">
                  <c:v>0.33705988225980021</c:v>
                </c:pt>
                <c:pt idx="15">
                  <c:v>-5.135646909561181E-16</c:v>
                </c:pt>
                <c:pt idx="16">
                  <c:v>-0.3270982572774101</c:v>
                </c:pt>
                <c:pt idx="17">
                  <c:v>-0.63037387008949097</c:v>
                </c:pt>
                <c:pt idx="18">
                  <c:v>-0.89740641734737714</c:v>
                </c:pt>
                <c:pt idx="19">
                  <c:v>-1.1177110035653817</c:v>
                </c:pt>
                <c:pt idx="20">
                  <c:v>-1.2831347973935092</c:v>
                </c:pt>
                <c:pt idx="21">
                  <c:v>-1.3881409287865822</c:v>
                </c:pt>
                <c:pt idx="22">
                  <c:v>-1.4299707879959092</c:v>
                </c:pt>
                <c:pt idx="23">
                  <c:v>-1.4086812965383695</c:v>
                </c:pt>
                <c:pt idx="24">
                  <c:v>-1.3270592323494321</c:v>
                </c:pt>
                <c:pt idx="25">
                  <c:v>-1.1904199503633333</c:v>
                </c:pt>
                <c:pt idx="26">
                  <c:v>-1.0063026256744152</c:v>
                </c:pt>
                <c:pt idx="27">
                  <c:v>-0.7840782660873522</c:v>
                </c:pt>
                <c:pt idx="28">
                  <c:v>-0.53449003567041042</c:v>
                </c:pt>
                <c:pt idx="29">
                  <c:v>-0.26914778267757383</c:v>
                </c:pt>
                <c:pt idx="30">
                  <c:v>3.0854897264761682E-15</c:v>
                </c:pt>
                <c:pt idx="31">
                  <c:v>0.26119326356394307</c:v>
                </c:pt>
                <c:pt idx="32">
                  <c:v>0.503363759148578</c:v>
                </c:pt>
                <c:pt idx="33">
                  <c:v>0.71659357907062893</c:v>
                </c:pt>
                <c:pt idx="34">
                  <c:v>0.89251036423277896</c:v>
                </c:pt>
                <c:pt idx="35">
                  <c:v>1.0246039465732451</c:v>
                </c:pt>
                <c:pt idx="36">
                  <c:v>1.1084530455597921</c:v>
                </c:pt>
                <c:pt idx="37">
                  <c:v>1.1418548665668602</c:v>
                </c:pt>
                <c:pt idx="38">
                  <c:v>1.124854862348875</c:v>
                </c:pt>
                <c:pt idx="39">
                  <c:v>1.0596783202853886</c:v>
                </c:pt>
                <c:pt idx="40">
                  <c:v>0.95056963749985368</c:v>
                </c:pt>
                <c:pt idx="41">
                  <c:v>0.80354896758116556</c:v>
                </c:pt>
                <c:pt idx="42">
                  <c:v>0.62609921224748211</c:v>
                </c:pt>
                <c:pt idx="43">
                  <c:v>0.42679896224810165</c:v>
                </c:pt>
                <c:pt idx="44">
                  <c:v>0.21491886971116872</c:v>
                </c:pt>
                <c:pt idx="45">
                  <c:v>3.742753212084854E-16</c:v>
                </c:pt>
                <c:pt idx="46">
                  <c:v>-0.20856705718649676</c:v>
                </c:pt>
                <c:pt idx="47">
                  <c:v>-0.40194412561582427</c:v>
                </c:pt>
                <c:pt idx="48">
                  <c:v>-0.57221159514672315</c:v>
                </c:pt>
                <c:pt idx="49">
                  <c:v>-0.7126840012507083</c:v>
                </c:pt>
                <c:pt idx="50">
                  <c:v>-0.81816286914359981</c:v>
                </c:pt>
                <c:pt idx="51">
                  <c:v>-0.88511773461271903</c:v>
                </c:pt>
                <c:pt idx="52">
                  <c:v>-0.91178963042296202</c:v>
                </c:pt>
                <c:pt idx="53">
                  <c:v>-0.89821485133592494</c:v>
                </c:pt>
                <c:pt idx="54">
                  <c:v>-0.84617032541558079</c:v>
                </c:pt>
                <c:pt idx="55">
                  <c:v>-0.75904527260386023</c:v>
                </c:pt>
                <c:pt idx="56">
                  <c:v>-0.64164688318092034</c:v>
                </c:pt>
                <c:pt idx="57">
                  <c:v>-0.49995037553209187</c:v>
                </c:pt>
                <c:pt idx="58">
                  <c:v>-0.34080589350478879</c:v>
                </c:pt>
                <c:pt idx="59">
                  <c:v>-0.17161620318181051</c:v>
                </c:pt>
                <c:pt idx="60">
                  <c:v>-1.0509465693174986E-14</c:v>
                </c:pt>
                <c:pt idx="61">
                  <c:v>0.16654417786232242</c:v>
                </c:pt>
                <c:pt idx="62">
                  <c:v>0.32095890333928462</c:v>
                </c:pt>
                <c:pt idx="63">
                  <c:v>0.45692023928682657</c:v>
                </c:pt>
                <c:pt idx="64">
                  <c:v>0.56908973384901362</c:v>
                </c:pt>
                <c:pt idx="65">
                  <c:v>0.65331632059786615</c:v>
                </c:pt>
                <c:pt idx="66">
                  <c:v>0.70678086659981187</c:v>
                </c:pt>
                <c:pt idx="67">
                  <c:v>0.7280788079893532</c:v>
                </c:pt>
                <c:pt idx="68">
                  <c:v>0.71723912672228018</c:v>
                </c:pt>
                <c:pt idx="69">
                  <c:v>0.67568072867724405</c:v>
                </c:pt>
                <c:pt idx="70">
                  <c:v>0.60610996094681924</c:v>
                </c:pt>
                <c:pt idx="71">
                  <c:v>0.5123654429363752</c:v>
                </c:pt>
                <c:pt idx="72">
                  <c:v>0.39921848343722288</c:v>
                </c:pt>
                <c:pt idx="73">
                  <c:v>0.27213903341236167</c:v>
                </c:pt>
                <c:pt idx="74">
                  <c:v>0.13703832164258736</c:v>
                </c:pt>
                <c:pt idx="75">
                  <c:v>1.5391911870090826E-14</c:v>
                </c:pt>
                <c:pt idx="76">
                  <c:v>-0.13298822716300421</c:v>
                </c:pt>
                <c:pt idx="77">
                  <c:v>-0.25629088987163384</c:v>
                </c:pt>
                <c:pt idx="78">
                  <c:v>-0.36485822174994048</c:v>
                </c:pt>
                <c:pt idx="79">
                  <c:v>-0.45442738240789132</c:v>
                </c:pt>
                <c:pt idx="80">
                  <c:v>-0.52168367797759407</c:v>
                </c:pt>
                <c:pt idx="81">
                  <c:v>-0.56437598508875564</c:v>
                </c:pt>
                <c:pt idx="82">
                  <c:v>-0.58138273671449259</c:v>
                </c:pt>
                <c:pt idx="83">
                  <c:v>-0.57272707541655388</c:v>
                </c:pt>
                <c:pt idx="84">
                  <c:v>-0.5395420205519359</c:v>
                </c:pt>
                <c:pt idx="85">
                  <c:v>-0.48398863416765159</c:v>
                </c:pt>
                <c:pt idx="86">
                  <c:v>-0.40913211611653139</c:v>
                </c:pt>
                <c:pt idx="87">
                  <c:v>-0.31878243385314992</c:v>
                </c:pt>
                <c:pt idx="88">
                  <c:v>-0.217307431937278</c:v>
                </c:pt>
                <c:pt idx="89">
                  <c:v>-0.10942732242317674</c:v>
                </c:pt>
                <c:pt idx="90">
                  <c:v>-1.6959244927400933E-14</c:v>
                </c:pt>
                <c:pt idx="91">
                  <c:v>0.1061932562937099</c:v>
                </c:pt>
                <c:pt idx="92">
                  <c:v>0.20465243228276817</c:v>
                </c:pt>
                <c:pt idx="93">
                  <c:v>0.29134520761502869</c:v>
                </c:pt>
                <c:pt idx="94">
                  <c:v>0.36286763510106762</c:v>
                </c:pt>
                <c:pt idx="95">
                  <c:v>0.4165728779271507</c:v>
                </c:pt>
                <c:pt idx="96">
                  <c:v>0.45066337757167046</c:v>
                </c:pt>
                <c:pt idx="97">
                  <c:v>0.46424354457323491</c:v>
                </c:pt>
                <c:pt idx="98">
                  <c:v>0.45733185864274417</c:v>
                </c:pt>
                <c:pt idx="99">
                  <c:v>0.43083305411292777</c:v>
                </c:pt>
                <c:pt idx="100">
                  <c:v>0.3864727740780714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1B-49D9-8573-149718367B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129978368"/>
        <c:axId val="129960128"/>
      </c:barChart>
      <c:catAx>
        <c:axId val="129978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960128"/>
        <c:crosses val="autoZero"/>
        <c:auto val="1"/>
        <c:lblAlgn val="ctr"/>
        <c:lblOffset val="100"/>
        <c:noMultiLvlLbl val="0"/>
      </c:catAx>
      <c:valAx>
        <c:axId val="1299601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978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wave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Sheet2!$T$2:$T$102</c:f>
              <c:numCache>
                <c:formatCode>General</c:formatCode>
                <c:ptCount val="10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0.15000000000000002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0.39999999999999997</c:v>
                </c:pt>
                <c:pt idx="9">
                  <c:v>0.44999999999999996</c:v>
                </c:pt>
                <c:pt idx="10">
                  <c:v>0.49999999999999994</c:v>
                </c:pt>
                <c:pt idx="11">
                  <c:v>0.54999999999999993</c:v>
                </c:pt>
                <c:pt idx="12">
                  <c:v>0.6</c:v>
                </c:pt>
                <c:pt idx="13">
                  <c:v>0.65</c:v>
                </c:pt>
                <c:pt idx="14">
                  <c:v>0.70000000000000007</c:v>
                </c:pt>
                <c:pt idx="15">
                  <c:v>0.75000000000000011</c:v>
                </c:pt>
                <c:pt idx="16">
                  <c:v>0.80000000000000016</c:v>
                </c:pt>
                <c:pt idx="17">
                  <c:v>0.8500000000000002</c:v>
                </c:pt>
                <c:pt idx="18">
                  <c:v>0.90000000000000024</c:v>
                </c:pt>
                <c:pt idx="19">
                  <c:v>0.95000000000000029</c:v>
                </c:pt>
                <c:pt idx="20">
                  <c:v>1.0000000000000002</c:v>
                </c:pt>
                <c:pt idx="21">
                  <c:v>1.0500000000000003</c:v>
                </c:pt>
                <c:pt idx="22">
                  <c:v>1.1000000000000003</c:v>
                </c:pt>
                <c:pt idx="23">
                  <c:v>1.1500000000000004</c:v>
                </c:pt>
                <c:pt idx="24">
                  <c:v>1.2000000000000004</c:v>
                </c:pt>
                <c:pt idx="25">
                  <c:v>1.2500000000000004</c:v>
                </c:pt>
                <c:pt idx="26">
                  <c:v>1.3000000000000005</c:v>
                </c:pt>
                <c:pt idx="27">
                  <c:v>1.3500000000000005</c:v>
                </c:pt>
                <c:pt idx="28">
                  <c:v>1.4000000000000006</c:v>
                </c:pt>
                <c:pt idx="29">
                  <c:v>1.4500000000000006</c:v>
                </c:pt>
                <c:pt idx="30">
                  <c:v>1.5000000000000007</c:v>
                </c:pt>
                <c:pt idx="31">
                  <c:v>1.5500000000000007</c:v>
                </c:pt>
                <c:pt idx="32">
                  <c:v>1.6000000000000008</c:v>
                </c:pt>
                <c:pt idx="33">
                  <c:v>1.6500000000000008</c:v>
                </c:pt>
                <c:pt idx="34">
                  <c:v>1.7000000000000008</c:v>
                </c:pt>
                <c:pt idx="35">
                  <c:v>1.7500000000000009</c:v>
                </c:pt>
                <c:pt idx="36">
                  <c:v>1.8000000000000009</c:v>
                </c:pt>
                <c:pt idx="37">
                  <c:v>1.850000000000001</c:v>
                </c:pt>
                <c:pt idx="38">
                  <c:v>1.900000000000001</c:v>
                </c:pt>
                <c:pt idx="39">
                  <c:v>1.9500000000000011</c:v>
                </c:pt>
                <c:pt idx="40">
                  <c:v>2.0000000000000009</c:v>
                </c:pt>
                <c:pt idx="41">
                  <c:v>2.0500000000000007</c:v>
                </c:pt>
                <c:pt idx="42">
                  <c:v>2.1000000000000005</c:v>
                </c:pt>
                <c:pt idx="43">
                  <c:v>2.1500000000000004</c:v>
                </c:pt>
                <c:pt idx="44">
                  <c:v>2.2000000000000002</c:v>
                </c:pt>
                <c:pt idx="45">
                  <c:v>2.25</c:v>
                </c:pt>
                <c:pt idx="46">
                  <c:v>2.2999999999999998</c:v>
                </c:pt>
                <c:pt idx="47">
                  <c:v>2.3499999999999996</c:v>
                </c:pt>
                <c:pt idx="48">
                  <c:v>2.3999999999999995</c:v>
                </c:pt>
                <c:pt idx="49">
                  <c:v>2.4499999999999993</c:v>
                </c:pt>
                <c:pt idx="50">
                  <c:v>2.4999999999999991</c:v>
                </c:pt>
                <c:pt idx="51">
                  <c:v>2.5499999999999989</c:v>
                </c:pt>
                <c:pt idx="52">
                  <c:v>2.5999999999999988</c:v>
                </c:pt>
                <c:pt idx="53">
                  <c:v>2.6499999999999986</c:v>
                </c:pt>
                <c:pt idx="54">
                  <c:v>2.6999999999999984</c:v>
                </c:pt>
                <c:pt idx="55">
                  <c:v>2.7499999999999982</c:v>
                </c:pt>
                <c:pt idx="56">
                  <c:v>2.799999999999998</c:v>
                </c:pt>
                <c:pt idx="57">
                  <c:v>2.8499999999999979</c:v>
                </c:pt>
                <c:pt idx="58">
                  <c:v>2.8999999999999977</c:v>
                </c:pt>
                <c:pt idx="59">
                  <c:v>2.9499999999999975</c:v>
                </c:pt>
                <c:pt idx="60">
                  <c:v>2.9999999999999973</c:v>
                </c:pt>
                <c:pt idx="61">
                  <c:v>3.0499999999999972</c:v>
                </c:pt>
                <c:pt idx="62">
                  <c:v>3.099999999999997</c:v>
                </c:pt>
                <c:pt idx="63">
                  <c:v>3.1499999999999968</c:v>
                </c:pt>
                <c:pt idx="64">
                  <c:v>3.1999999999999966</c:v>
                </c:pt>
                <c:pt idx="65">
                  <c:v>3.2499999999999964</c:v>
                </c:pt>
                <c:pt idx="66">
                  <c:v>3.2999999999999963</c:v>
                </c:pt>
                <c:pt idx="67">
                  <c:v>3.3499999999999961</c:v>
                </c:pt>
                <c:pt idx="68">
                  <c:v>3.3999999999999959</c:v>
                </c:pt>
                <c:pt idx="69">
                  <c:v>3.4499999999999957</c:v>
                </c:pt>
                <c:pt idx="70">
                  <c:v>3.4999999999999956</c:v>
                </c:pt>
                <c:pt idx="71">
                  <c:v>3.5499999999999954</c:v>
                </c:pt>
                <c:pt idx="72">
                  <c:v>3.5999999999999952</c:v>
                </c:pt>
                <c:pt idx="73">
                  <c:v>3.649999999999995</c:v>
                </c:pt>
                <c:pt idx="74">
                  <c:v>3.6999999999999948</c:v>
                </c:pt>
                <c:pt idx="75">
                  <c:v>3.7499999999999947</c:v>
                </c:pt>
                <c:pt idx="76">
                  <c:v>3.7999999999999945</c:v>
                </c:pt>
                <c:pt idx="77">
                  <c:v>3.8499999999999943</c:v>
                </c:pt>
                <c:pt idx="78">
                  <c:v>3.8999999999999941</c:v>
                </c:pt>
                <c:pt idx="79">
                  <c:v>3.949999999999994</c:v>
                </c:pt>
                <c:pt idx="80">
                  <c:v>3.9999999999999938</c:v>
                </c:pt>
                <c:pt idx="81">
                  <c:v>4.0499999999999936</c:v>
                </c:pt>
                <c:pt idx="82">
                  <c:v>4.0999999999999934</c:v>
                </c:pt>
                <c:pt idx="83">
                  <c:v>4.1499999999999932</c:v>
                </c:pt>
                <c:pt idx="84">
                  <c:v>4.1999999999999931</c:v>
                </c:pt>
                <c:pt idx="85">
                  <c:v>4.2499999999999929</c:v>
                </c:pt>
                <c:pt idx="86">
                  <c:v>4.2999999999999927</c:v>
                </c:pt>
                <c:pt idx="87">
                  <c:v>4.3499999999999925</c:v>
                </c:pt>
                <c:pt idx="88">
                  <c:v>4.3999999999999924</c:v>
                </c:pt>
                <c:pt idx="89">
                  <c:v>4.4499999999999922</c:v>
                </c:pt>
                <c:pt idx="90">
                  <c:v>4.499999999999992</c:v>
                </c:pt>
                <c:pt idx="91">
                  <c:v>4.5499999999999918</c:v>
                </c:pt>
                <c:pt idx="92">
                  <c:v>4.5999999999999917</c:v>
                </c:pt>
                <c:pt idx="93">
                  <c:v>4.6499999999999915</c:v>
                </c:pt>
                <c:pt idx="94">
                  <c:v>4.6999999999999913</c:v>
                </c:pt>
                <c:pt idx="95">
                  <c:v>4.7499999999999911</c:v>
                </c:pt>
                <c:pt idx="96">
                  <c:v>4.7999999999999909</c:v>
                </c:pt>
                <c:pt idx="97">
                  <c:v>4.8499999999999908</c:v>
                </c:pt>
                <c:pt idx="98">
                  <c:v>4.8999999999999906</c:v>
                </c:pt>
                <c:pt idx="99">
                  <c:v>4.9499999999999904</c:v>
                </c:pt>
                <c:pt idx="100">
                  <c:v>4.9999999999999902</c:v>
                </c:pt>
              </c:numCache>
            </c:numRef>
          </c:cat>
          <c:val>
            <c:numRef>
              <c:f>Sheet2!$U$2:$U$102</c:f>
              <c:numCache>
                <c:formatCode>General</c:formatCode>
                <c:ptCount val="101"/>
                <c:pt idx="0">
                  <c:v>0</c:v>
                </c:pt>
                <c:pt idx="1">
                  <c:v>0.40963257801527031</c:v>
                </c:pt>
                <c:pt idx="2">
                  <c:v>0.78943151720684801</c:v>
                </c:pt>
                <c:pt idx="3">
                  <c:v>1.1238424421004753</c:v>
                </c:pt>
                <c:pt idx="4">
                  <c:v>1.399734879902532</c:v>
                </c:pt>
                <c:pt idx="5">
                  <c:v>1.6068988547121354</c:v>
                </c:pt>
                <c:pt idx="6">
                  <c:v>1.7384004183951096</c:v>
                </c:pt>
                <c:pt idx="7">
                  <c:v>1.7907849012980572</c:v>
                </c:pt>
                <c:pt idx="8">
                  <c:v>1.7641235875296084</c:v>
                </c:pt>
                <c:pt idx="9">
                  <c:v>1.6619064224033322</c:v>
                </c:pt>
                <c:pt idx="10">
                  <c:v>1.4907899456479956</c:v>
                </c:pt>
                <c:pt idx="11">
                  <c:v>1.2602156374955915</c:v>
                </c:pt>
                <c:pt idx="12">
                  <c:v>0.98191902389352392</c:v>
                </c:pt>
                <c:pt idx="13">
                  <c:v>0.66935401324825816</c:v>
                </c:pt>
                <c:pt idx="14">
                  <c:v>0.33705988225980021</c:v>
                </c:pt>
                <c:pt idx="15">
                  <c:v>-5.135646909561181E-16</c:v>
                </c:pt>
                <c:pt idx="16">
                  <c:v>-0.3270982572774101</c:v>
                </c:pt>
                <c:pt idx="17">
                  <c:v>-0.63037387008949097</c:v>
                </c:pt>
                <c:pt idx="18">
                  <c:v>-0.89740641734737714</c:v>
                </c:pt>
                <c:pt idx="19">
                  <c:v>-1.1177110035653817</c:v>
                </c:pt>
                <c:pt idx="20">
                  <c:v>-1.2831347973935092</c:v>
                </c:pt>
                <c:pt idx="21">
                  <c:v>-1.3881409287865822</c:v>
                </c:pt>
                <c:pt idx="22">
                  <c:v>-1.4299707879959092</c:v>
                </c:pt>
                <c:pt idx="23">
                  <c:v>-1.4086812965383695</c:v>
                </c:pt>
                <c:pt idx="24">
                  <c:v>-1.3270592323494321</c:v>
                </c:pt>
                <c:pt idx="25">
                  <c:v>-1.1904199503633333</c:v>
                </c:pt>
                <c:pt idx="26">
                  <c:v>-1.0063026256744152</c:v>
                </c:pt>
                <c:pt idx="27">
                  <c:v>-0.7840782660873522</c:v>
                </c:pt>
                <c:pt idx="28">
                  <c:v>-0.53449003567041042</c:v>
                </c:pt>
                <c:pt idx="29">
                  <c:v>-0.26914778267757383</c:v>
                </c:pt>
                <c:pt idx="30">
                  <c:v>3.0854897264761682E-15</c:v>
                </c:pt>
                <c:pt idx="31">
                  <c:v>0.26119326356394307</c:v>
                </c:pt>
                <c:pt idx="32">
                  <c:v>0.503363759148578</c:v>
                </c:pt>
                <c:pt idx="33">
                  <c:v>0.71659357907062893</c:v>
                </c:pt>
                <c:pt idx="34">
                  <c:v>0.89251036423277896</c:v>
                </c:pt>
                <c:pt idx="35">
                  <c:v>1.0246039465732451</c:v>
                </c:pt>
                <c:pt idx="36">
                  <c:v>1.1084530455597921</c:v>
                </c:pt>
                <c:pt idx="37">
                  <c:v>1.1418548665668602</c:v>
                </c:pt>
                <c:pt idx="38">
                  <c:v>1.124854862348875</c:v>
                </c:pt>
                <c:pt idx="39">
                  <c:v>1.0596783202853886</c:v>
                </c:pt>
                <c:pt idx="40">
                  <c:v>0.95056963749985368</c:v>
                </c:pt>
                <c:pt idx="41">
                  <c:v>0.80354896758116556</c:v>
                </c:pt>
                <c:pt idx="42">
                  <c:v>0.62609921224748211</c:v>
                </c:pt>
                <c:pt idx="43">
                  <c:v>0.42679896224810165</c:v>
                </c:pt>
                <c:pt idx="44">
                  <c:v>0.21491886971116872</c:v>
                </c:pt>
                <c:pt idx="45">
                  <c:v>3.742753212084854E-16</c:v>
                </c:pt>
                <c:pt idx="46">
                  <c:v>-0.20856705718649676</c:v>
                </c:pt>
                <c:pt idx="47">
                  <c:v>-0.40194412561582427</c:v>
                </c:pt>
                <c:pt idx="48">
                  <c:v>-0.57221159514672315</c:v>
                </c:pt>
                <c:pt idx="49">
                  <c:v>-0.7126840012507083</c:v>
                </c:pt>
                <c:pt idx="50">
                  <c:v>-0.81816286914359981</c:v>
                </c:pt>
                <c:pt idx="51">
                  <c:v>-0.88511773461271903</c:v>
                </c:pt>
                <c:pt idx="52">
                  <c:v>-0.91178963042296202</c:v>
                </c:pt>
                <c:pt idx="53">
                  <c:v>-0.89821485133592494</c:v>
                </c:pt>
                <c:pt idx="54">
                  <c:v>-0.84617032541558079</c:v>
                </c:pt>
                <c:pt idx="55">
                  <c:v>-0.75904527260386023</c:v>
                </c:pt>
                <c:pt idx="56">
                  <c:v>-0.64164688318092034</c:v>
                </c:pt>
                <c:pt idx="57">
                  <c:v>-0.49995037553209187</c:v>
                </c:pt>
                <c:pt idx="58">
                  <c:v>-0.34080589350478879</c:v>
                </c:pt>
                <c:pt idx="59">
                  <c:v>-0.17161620318181051</c:v>
                </c:pt>
                <c:pt idx="60">
                  <c:v>-1.0509465693174986E-14</c:v>
                </c:pt>
                <c:pt idx="61">
                  <c:v>0.16654417786232242</c:v>
                </c:pt>
                <c:pt idx="62">
                  <c:v>0.32095890333928462</c:v>
                </c:pt>
                <c:pt idx="63">
                  <c:v>0.45692023928682657</c:v>
                </c:pt>
                <c:pt idx="64">
                  <c:v>0.56908973384901362</c:v>
                </c:pt>
                <c:pt idx="65">
                  <c:v>0.65331632059786615</c:v>
                </c:pt>
                <c:pt idx="66">
                  <c:v>0.70678086659981187</c:v>
                </c:pt>
                <c:pt idx="67">
                  <c:v>0.7280788079893532</c:v>
                </c:pt>
                <c:pt idx="68">
                  <c:v>0.71723912672228018</c:v>
                </c:pt>
                <c:pt idx="69">
                  <c:v>0.67568072867724405</c:v>
                </c:pt>
                <c:pt idx="70">
                  <c:v>0.60610996094681924</c:v>
                </c:pt>
                <c:pt idx="71">
                  <c:v>0.5123654429363752</c:v>
                </c:pt>
                <c:pt idx="72">
                  <c:v>0.39921848343722288</c:v>
                </c:pt>
                <c:pt idx="73">
                  <c:v>0.27213903341236167</c:v>
                </c:pt>
                <c:pt idx="74">
                  <c:v>0.13703832164258736</c:v>
                </c:pt>
                <c:pt idx="75">
                  <c:v>1.5391911870090826E-14</c:v>
                </c:pt>
                <c:pt idx="76">
                  <c:v>-0.13298822716300421</c:v>
                </c:pt>
                <c:pt idx="77">
                  <c:v>-0.25629088987163384</c:v>
                </c:pt>
                <c:pt idx="78">
                  <c:v>-0.36485822174994048</c:v>
                </c:pt>
                <c:pt idx="79">
                  <c:v>-0.45442738240789132</c:v>
                </c:pt>
                <c:pt idx="80">
                  <c:v>-0.52168367797759407</c:v>
                </c:pt>
                <c:pt idx="81">
                  <c:v>-0.56437598508875564</c:v>
                </c:pt>
                <c:pt idx="82">
                  <c:v>-0.58138273671449259</c:v>
                </c:pt>
                <c:pt idx="83">
                  <c:v>-0.57272707541655388</c:v>
                </c:pt>
                <c:pt idx="84">
                  <c:v>-0.5395420205519359</c:v>
                </c:pt>
                <c:pt idx="85">
                  <c:v>-0.48398863416765159</c:v>
                </c:pt>
                <c:pt idx="86">
                  <c:v>-0.40913211611653139</c:v>
                </c:pt>
                <c:pt idx="87">
                  <c:v>-0.31878243385314992</c:v>
                </c:pt>
                <c:pt idx="88">
                  <c:v>-0.217307431937278</c:v>
                </c:pt>
                <c:pt idx="89">
                  <c:v>-0.10942732242317674</c:v>
                </c:pt>
                <c:pt idx="90">
                  <c:v>-1.6959244927400933E-14</c:v>
                </c:pt>
                <c:pt idx="91">
                  <c:v>0.1061932562937099</c:v>
                </c:pt>
                <c:pt idx="92">
                  <c:v>0.20465243228276817</c:v>
                </c:pt>
                <c:pt idx="93">
                  <c:v>0.29134520761502869</c:v>
                </c:pt>
                <c:pt idx="94">
                  <c:v>0.36286763510106762</c:v>
                </c:pt>
                <c:pt idx="95">
                  <c:v>0.4165728779271507</c:v>
                </c:pt>
                <c:pt idx="96">
                  <c:v>0.45066337757167046</c:v>
                </c:pt>
                <c:pt idx="97">
                  <c:v>0.46424354457323491</c:v>
                </c:pt>
                <c:pt idx="98">
                  <c:v>0.45733185864274417</c:v>
                </c:pt>
                <c:pt idx="99">
                  <c:v>0.43083305411292777</c:v>
                </c:pt>
                <c:pt idx="100">
                  <c:v>0.3864727740780714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04-4B11-845E-200E45E60D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129978368"/>
        <c:axId val="129960128"/>
      </c:barChart>
      <c:scatterChart>
        <c:scatterStyle val="lineMarker"/>
        <c:varyColors val="0"/>
        <c:ser>
          <c:idx val="1"/>
          <c:order val="1"/>
          <c:tx>
            <c:v>cap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yVal>
            <c:numRef>
              <c:f>Sheet2!$U$2:$U$102</c:f>
              <c:numCache>
                <c:formatCode>General</c:formatCode>
                <c:ptCount val="101"/>
                <c:pt idx="0">
                  <c:v>0</c:v>
                </c:pt>
                <c:pt idx="1">
                  <c:v>0.40963257801527031</c:v>
                </c:pt>
                <c:pt idx="2">
                  <c:v>0.78943151720684801</c:v>
                </c:pt>
                <c:pt idx="3">
                  <c:v>1.1238424421004753</c:v>
                </c:pt>
                <c:pt idx="4">
                  <c:v>1.399734879902532</c:v>
                </c:pt>
                <c:pt idx="5">
                  <c:v>1.6068988547121354</c:v>
                </c:pt>
                <c:pt idx="6">
                  <c:v>1.7384004183951096</c:v>
                </c:pt>
                <c:pt idx="7">
                  <c:v>1.7907849012980572</c:v>
                </c:pt>
                <c:pt idx="8">
                  <c:v>1.7641235875296084</c:v>
                </c:pt>
                <c:pt idx="9">
                  <c:v>1.6619064224033322</c:v>
                </c:pt>
                <c:pt idx="10">
                  <c:v>1.4907899456479956</c:v>
                </c:pt>
                <c:pt idx="11">
                  <c:v>1.2602156374955915</c:v>
                </c:pt>
                <c:pt idx="12">
                  <c:v>0.98191902389352392</c:v>
                </c:pt>
                <c:pt idx="13">
                  <c:v>0.66935401324825816</c:v>
                </c:pt>
                <c:pt idx="14">
                  <c:v>0.33705988225980021</c:v>
                </c:pt>
                <c:pt idx="15">
                  <c:v>-5.135646909561181E-16</c:v>
                </c:pt>
                <c:pt idx="16">
                  <c:v>-0.3270982572774101</c:v>
                </c:pt>
                <c:pt idx="17">
                  <c:v>-0.63037387008949097</c:v>
                </c:pt>
                <c:pt idx="18">
                  <c:v>-0.89740641734737714</c:v>
                </c:pt>
                <c:pt idx="19">
                  <c:v>-1.1177110035653817</c:v>
                </c:pt>
                <c:pt idx="20">
                  <c:v>-1.2831347973935092</c:v>
                </c:pt>
                <c:pt idx="21">
                  <c:v>-1.3881409287865822</c:v>
                </c:pt>
                <c:pt idx="22">
                  <c:v>-1.4299707879959092</c:v>
                </c:pt>
                <c:pt idx="23">
                  <c:v>-1.4086812965383695</c:v>
                </c:pt>
                <c:pt idx="24">
                  <c:v>-1.3270592323494321</c:v>
                </c:pt>
                <c:pt idx="25">
                  <c:v>-1.1904199503633333</c:v>
                </c:pt>
                <c:pt idx="26">
                  <c:v>-1.0063026256744152</c:v>
                </c:pt>
                <c:pt idx="27">
                  <c:v>-0.7840782660873522</c:v>
                </c:pt>
                <c:pt idx="28">
                  <c:v>-0.53449003567041042</c:v>
                </c:pt>
                <c:pt idx="29">
                  <c:v>-0.26914778267757383</c:v>
                </c:pt>
                <c:pt idx="30">
                  <c:v>3.0854897264761682E-15</c:v>
                </c:pt>
                <c:pt idx="31">
                  <c:v>0.26119326356394307</c:v>
                </c:pt>
                <c:pt idx="32">
                  <c:v>0.503363759148578</c:v>
                </c:pt>
                <c:pt idx="33">
                  <c:v>0.71659357907062893</c:v>
                </c:pt>
                <c:pt idx="34">
                  <c:v>0.89251036423277896</c:v>
                </c:pt>
                <c:pt idx="35">
                  <c:v>1.0246039465732451</c:v>
                </c:pt>
                <c:pt idx="36">
                  <c:v>1.1084530455597921</c:v>
                </c:pt>
                <c:pt idx="37">
                  <c:v>1.1418548665668602</c:v>
                </c:pt>
                <c:pt idx="38">
                  <c:v>1.124854862348875</c:v>
                </c:pt>
                <c:pt idx="39">
                  <c:v>1.0596783202853886</c:v>
                </c:pt>
                <c:pt idx="40">
                  <c:v>0.95056963749985368</c:v>
                </c:pt>
                <c:pt idx="41">
                  <c:v>0.80354896758116556</c:v>
                </c:pt>
                <c:pt idx="42">
                  <c:v>0.62609921224748211</c:v>
                </c:pt>
                <c:pt idx="43">
                  <c:v>0.42679896224810165</c:v>
                </c:pt>
                <c:pt idx="44">
                  <c:v>0.21491886971116872</c:v>
                </c:pt>
                <c:pt idx="45">
                  <c:v>3.742753212084854E-16</c:v>
                </c:pt>
                <c:pt idx="46">
                  <c:v>-0.20856705718649676</c:v>
                </c:pt>
                <c:pt idx="47">
                  <c:v>-0.40194412561582427</c:v>
                </c:pt>
                <c:pt idx="48">
                  <c:v>-0.57221159514672315</c:v>
                </c:pt>
                <c:pt idx="49">
                  <c:v>-0.7126840012507083</c:v>
                </c:pt>
                <c:pt idx="50">
                  <c:v>-0.81816286914359981</c:v>
                </c:pt>
                <c:pt idx="51">
                  <c:v>-0.88511773461271903</c:v>
                </c:pt>
                <c:pt idx="52">
                  <c:v>-0.91178963042296202</c:v>
                </c:pt>
                <c:pt idx="53">
                  <c:v>-0.89821485133592494</c:v>
                </c:pt>
                <c:pt idx="54">
                  <c:v>-0.84617032541558079</c:v>
                </c:pt>
                <c:pt idx="55">
                  <c:v>-0.75904527260386023</c:v>
                </c:pt>
                <c:pt idx="56">
                  <c:v>-0.64164688318092034</c:v>
                </c:pt>
                <c:pt idx="57">
                  <c:v>-0.49995037553209187</c:v>
                </c:pt>
                <c:pt idx="58">
                  <c:v>-0.34080589350478879</c:v>
                </c:pt>
                <c:pt idx="59">
                  <c:v>-0.17161620318181051</c:v>
                </c:pt>
                <c:pt idx="60">
                  <c:v>-1.0509465693174986E-14</c:v>
                </c:pt>
                <c:pt idx="61">
                  <c:v>0.16654417786232242</c:v>
                </c:pt>
                <c:pt idx="62">
                  <c:v>0.32095890333928462</c:v>
                </c:pt>
                <c:pt idx="63">
                  <c:v>0.45692023928682657</c:v>
                </c:pt>
                <c:pt idx="64">
                  <c:v>0.56908973384901362</c:v>
                </c:pt>
                <c:pt idx="65">
                  <c:v>0.65331632059786615</c:v>
                </c:pt>
                <c:pt idx="66">
                  <c:v>0.70678086659981187</c:v>
                </c:pt>
                <c:pt idx="67">
                  <c:v>0.7280788079893532</c:v>
                </c:pt>
                <c:pt idx="68">
                  <c:v>0.71723912672228018</c:v>
                </c:pt>
                <c:pt idx="69">
                  <c:v>0.67568072867724405</c:v>
                </c:pt>
                <c:pt idx="70">
                  <c:v>0.60610996094681924</c:v>
                </c:pt>
                <c:pt idx="71">
                  <c:v>0.5123654429363752</c:v>
                </c:pt>
                <c:pt idx="72">
                  <c:v>0.39921848343722288</c:v>
                </c:pt>
                <c:pt idx="73">
                  <c:v>0.27213903341236167</c:v>
                </c:pt>
                <c:pt idx="74">
                  <c:v>0.13703832164258736</c:v>
                </c:pt>
                <c:pt idx="75">
                  <c:v>1.5391911870090826E-14</c:v>
                </c:pt>
                <c:pt idx="76">
                  <c:v>-0.13298822716300421</c:v>
                </c:pt>
                <c:pt idx="77">
                  <c:v>-0.25629088987163384</c:v>
                </c:pt>
                <c:pt idx="78">
                  <c:v>-0.36485822174994048</c:v>
                </c:pt>
                <c:pt idx="79">
                  <c:v>-0.45442738240789132</c:v>
                </c:pt>
                <c:pt idx="80">
                  <c:v>-0.52168367797759407</c:v>
                </c:pt>
                <c:pt idx="81">
                  <c:v>-0.56437598508875564</c:v>
                </c:pt>
                <c:pt idx="82">
                  <c:v>-0.58138273671449259</c:v>
                </c:pt>
                <c:pt idx="83">
                  <c:v>-0.57272707541655388</c:v>
                </c:pt>
                <c:pt idx="84">
                  <c:v>-0.5395420205519359</c:v>
                </c:pt>
                <c:pt idx="85">
                  <c:v>-0.48398863416765159</c:v>
                </c:pt>
                <c:pt idx="86">
                  <c:v>-0.40913211611653139</c:v>
                </c:pt>
                <c:pt idx="87">
                  <c:v>-0.31878243385314992</c:v>
                </c:pt>
                <c:pt idx="88">
                  <c:v>-0.217307431937278</c:v>
                </c:pt>
                <c:pt idx="89">
                  <c:v>-0.10942732242317674</c:v>
                </c:pt>
                <c:pt idx="90">
                  <c:v>-1.6959244927400933E-14</c:v>
                </c:pt>
                <c:pt idx="91">
                  <c:v>0.1061932562937099</c:v>
                </c:pt>
                <c:pt idx="92">
                  <c:v>0.20465243228276817</c:v>
                </c:pt>
                <c:pt idx="93">
                  <c:v>0.29134520761502869</c:v>
                </c:pt>
                <c:pt idx="94">
                  <c:v>0.36286763510106762</c:v>
                </c:pt>
                <c:pt idx="95">
                  <c:v>0.4165728779271507</c:v>
                </c:pt>
                <c:pt idx="96">
                  <c:v>0.45066337757167046</c:v>
                </c:pt>
                <c:pt idx="97">
                  <c:v>0.46424354457323491</c:v>
                </c:pt>
                <c:pt idx="98">
                  <c:v>0.45733185864274417</c:v>
                </c:pt>
                <c:pt idx="99">
                  <c:v>0.43083305411292777</c:v>
                </c:pt>
                <c:pt idx="100">
                  <c:v>0.3864727740780714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F04-4B11-845E-200E45E60D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9978368"/>
        <c:axId val="129960128"/>
      </c:scatterChart>
      <c:catAx>
        <c:axId val="129978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960128"/>
        <c:crosses val="autoZero"/>
        <c:auto val="1"/>
        <c:lblAlgn val="ctr"/>
        <c:lblOffset val="100"/>
        <c:noMultiLvlLbl val="0"/>
      </c:catAx>
      <c:valAx>
        <c:axId val="1299601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978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6D6F8-A17A-1C58-3BC9-C6EFDF4F0F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D0315C-AA97-A603-D6D7-0369EAA68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76D5E-7740-871A-49A8-CB15F7BC9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D2A0-D414-439B-9028-FF5652FFE9E4}" type="datetimeFigureOut">
              <a:rPr lang="en-CA" smtClean="0"/>
              <a:t>2025-11-13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DDC33-E113-4CB1-C936-E5A788BEE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EE44C-8CD2-EEA9-67BF-AE2427E3C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42578-CA6B-4FAA-8E66-E3571834D1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3898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9BE1C-99BE-ACF0-B510-C152E9171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7888E-D752-9A00-28F5-3BF4C32A8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B7C5F-BA2E-F780-3B16-B58EF547F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D2A0-D414-439B-9028-FF5652FFE9E4}" type="datetimeFigureOut">
              <a:rPr lang="en-CA" smtClean="0"/>
              <a:t>2025-11-13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9480F-D51E-C303-FC54-358F8DC6B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CD911-D54D-DEE2-A473-B5E395069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42578-CA6B-4FAA-8E66-E3571834D1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831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10716-9BCD-068D-E031-38A3CFCE0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CF65C-EE62-DB2B-AB94-B9D28D2E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BA301-7C0C-4EAB-FDC3-71D48BE02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D2A0-D414-439B-9028-FF5652FFE9E4}" type="datetimeFigureOut">
              <a:rPr lang="en-CA" smtClean="0"/>
              <a:t>2025-11-13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BFA27-1E58-55C7-1639-80E97CFE0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258C8-EE3B-35EB-A081-2B6F02F70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42578-CA6B-4FAA-8E66-E3571834D1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8617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3A425-7AD0-3342-2295-096076CE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28AC1-E559-24EE-DB7E-1931E4BBBE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F69F56-DEBD-18A6-96B5-4EDAD2D7F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DF8EF5-5F0C-3A37-8CF2-F2960936E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D2A0-D414-439B-9028-FF5652FFE9E4}" type="datetimeFigureOut">
              <a:rPr lang="en-CA" smtClean="0"/>
              <a:t>2025-11-13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53E459-D6C4-4CDF-CAD2-9CA7FB4A8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49892-EEE6-A79A-2CF5-8E6060CC6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42578-CA6B-4FAA-8E66-E3571834D1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7053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D68DF-2183-DC7D-A00A-BB0673759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968F6A-19A3-99C7-EE07-7551CDBB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3E7775-7EC8-6ACA-01FD-F4E7B35E5A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A3FBB2-A3EE-5F57-74A4-18DAFEEDE1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CA7CC1-6362-1581-63AE-34E4EE2B5B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87CF40-467E-84DA-EC97-2F847E51A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D2A0-D414-439B-9028-FF5652FFE9E4}" type="datetimeFigureOut">
              <a:rPr lang="en-CA" smtClean="0"/>
              <a:t>2025-11-13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3A878D-45C0-F97B-209D-87A6BC7C4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918699-A380-7033-ADFF-C85F0FCF2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42578-CA6B-4FAA-8E66-E3571834D1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5227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93226-E2B1-9ECC-041B-957F7316D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F60DB9-D5BF-34B0-B3AA-8BF4E8233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D2A0-D414-439B-9028-FF5652FFE9E4}" type="datetimeFigureOut">
              <a:rPr lang="en-CA" smtClean="0"/>
              <a:t>2025-11-13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E58608-22A1-CF42-E326-7611E4D5E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ED77E-E3E6-1AED-E52A-D21A2551B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42578-CA6B-4FAA-8E66-E3571834D1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9863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9C27ED-552C-442B-441E-81D455DA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D2A0-D414-439B-9028-FF5652FFE9E4}" type="datetimeFigureOut">
              <a:rPr lang="en-CA" smtClean="0"/>
              <a:t>2025-11-13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379B2F-AB49-BAA3-3D4B-513445CE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51A155-0454-39FB-E64A-C1FD6563B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42578-CA6B-4FAA-8E66-E3571834D1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4485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34C6F-82E6-340E-E486-F0593FA45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EB397-D85B-A90F-3E9D-9B29957B4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E328FE-CF14-9056-2DE6-32BF66BB2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EB0E62-1CB2-135E-05B4-154CB4D51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D2A0-D414-439B-9028-FF5652FFE9E4}" type="datetimeFigureOut">
              <a:rPr lang="en-CA" smtClean="0"/>
              <a:t>2025-11-13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15498-751A-94AE-97C5-2CA43E945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79DE8-55C9-C547-FC96-DD46C5A43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42578-CA6B-4FAA-8E66-E3571834D1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17084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F2131-C236-4058-F487-7B06390B1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56D2B2-5153-30E8-485D-068CB9BD48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A4FB8C-3EA4-2796-C781-4082CCCD77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8C068D-B181-638C-16A1-DD25DE16B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D2A0-D414-439B-9028-FF5652FFE9E4}" type="datetimeFigureOut">
              <a:rPr lang="en-CA" smtClean="0"/>
              <a:t>2025-11-13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E0E56C-1E97-5CB4-CD18-C7E92F71C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5CA38-494C-3BD4-C365-00D8F2CE0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42578-CA6B-4FAA-8E66-E3571834D1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4342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CDC70-BAA0-3C6A-7EAE-E090C08BA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42503-4C7D-672D-5FF6-DD4728C0F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8E836-3F5E-6855-52BB-9FA92D97E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D2A0-D414-439B-9028-FF5652FFE9E4}" type="datetimeFigureOut">
              <a:rPr lang="en-CA" smtClean="0"/>
              <a:t>2025-11-13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59A6E-BD06-2E6C-4BE4-283058DC2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7DF04-C61B-69CD-3FE5-EF0A055C5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42578-CA6B-4FAA-8E66-E3571834D1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69420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15957F-EE3F-EE28-FB2B-494ACCAEC5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555BEE-7FB7-C42C-30C1-6A3F59227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C9BB7-4CDA-8714-B403-071A6CEBE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D2A0-D414-439B-9028-FF5652FFE9E4}" type="datetimeFigureOut">
              <a:rPr lang="en-CA" smtClean="0"/>
              <a:t>2025-11-13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B6931-C6CE-CF4B-3542-6B108A508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C128E-33C0-096D-3752-3016CDFD4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42578-CA6B-4FAA-8E66-E3571834D1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3658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ACF32E-DE62-3CBC-8FA6-331F14123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4F9E33-099D-BE9A-4F29-D566534D3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C0D9A-2F72-4FBA-52ED-C2409719C0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5FD2A0-D414-439B-9028-FF5652FFE9E4}" type="datetimeFigureOut">
              <a:rPr lang="en-CA" smtClean="0"/>
              <a:t>2025-11-13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9628D-D30F-5830-F297-4E3AB7F65C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0743A-C876-46A1-F551-132F1658FD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942578-CA6B-4FAA-8E66-E3571834D1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0806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1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05AD-6A66-2674-597C-B0E339541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6925" y="1131888"/>
            <a:ext cx="8058149" cy="2697162"/>
          </a:xfrm>
        </p:spPr>
        <p:txBody>
          <a:bodyPr>
            <a:normAutofit fontScale="90000"/>
          </a:bodyPr>
          <a:lstStyle/>
          <a:p>
            <a:r>
              <a:rPr lang="en-US" dirty="0"/>
              <a:t>WAVES:</a:t>
            </a:r>
            <a:br>
              <a:rPr lang="en-US" dirty="0"/>
            </a:br>
            <a:r>
              <a:rPr lang="en-US" dirty="0"/>
              <a:t>(Wavelength*Amplitude)/(</a:t>
            </a:r>
            <a:r>
              <a:rPr lang="en-US" dirty="0" err="1"/>
              <a:t>Vibes+Excitement</a:t>
            </a:r>
            <a:r>
              <a:rPr lang="en-US" dirty="0"/>
              <a:t>) = Score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615909-B011-4E6B-54FE-C84187956B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829050"/>
            <a:ext cx="9144000" cy="1655762"/>
          </a:xfrm>
        </p:spPr>
        <p:txBody>
          <a:bodyPr/>
          <a:lstStyle/>
          <a:p>
            <a:r>
              <a:rPr lang="en-US" dirty="0"/>
              <a:t>Wavelength x Amplitude + Vibes ÷ Excitement = Score</a:t>
            </a:r>
          </a:p>
          <a:p>
            <a:r>
              <a:rPr lang="en-US" dirty="0" err="1"/>
              <a:t>WxA+V÷E</a:t>
            </a:r>
            <a:r>
              <a:rPr lang="en-US" dirty="0"/>
              <a:t>=S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20455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CA98F22-1252-4439-8A89-178956B7AD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440749"/>
              </p:ext>
            </p:extLst>
          </p:nvPr>
        </p:nvGraphicFramePr>
        <p:xfrm>
          <a:off x="5682674" y="1426730"/>
          <a:ext cx="6162674" cy="4171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9CB0253-8EB9-4EF3-8A29-39470B8FA7F4}"/>
              </a:ext>
            </a:extLst>
          </p:cNvPr>
          <p:cNvSpPr/>
          <p:nvPr/>
        </p:nvSpPr>
        <p:spPr>
          <a:xfrm>
            <a:off x="3207697" y="311543"/>
            <a:ext cx="2606040" cy="51389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973C41E4-C37C-6704-EFFD-9CFB4269FFF8}"/>
              </a:ext>
            </a:extLst>
          </p:cNvPr>
          <p:cNvSpPr/>
          <p:nvPr/>
        </p:nvSpPr>
        <p:spPr>
          <a:xfrm rot="5400000">
            <a:off x="4080949" y="2247404"/>
            <a:ext cx="896112" cy="260604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6D80BD-EB21-3A40-FC47-A1BF4B285A97}"/>
              </a:ext>
            </a:extLst>
          </p:cNvPr>
          <p:cNvSpPr/>
          <p:nvPr/>
        </p:nvSpPr>
        <p:spPr>
          <a:xfrm>
            <a:off x="3225985" y="3088652"/>
            <a:ext cx="2606040" cy="457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6B6122-3745-99FF-78D9-921DCE7770AC}"/>
              </a:ext>
            </a:extLst>
          </p:cNvPr>
          <p:cNvSpPr/>
          <p:nvPr/>
        </p:nvSpPr>
        <p:spPr>
          <a:xfrm>
            <a:off x="4239446" y="907046"/>
            <a:ext cx="429768" cy="384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E6470E2-EC88-4246-6D5D-43BC10629522}"/>
              </a:ext>
            </a:extLst>
          </p:cNvPr>
          <p:cNvCxnSpPr>
            <a:cxnSpLocks/>
            <a:stCxn id="8" idx="2"/>
            <a:endCxn id="14" idx="0"/>
          </p:cNvCxnSpPr>
          <p:nvPr/>
        </p:nvCxnSpPr>
        <p:spPr>
          <a:xfrm flipH="1">
            <a:off x="4445186" y="1291094"/>
            <a:ext cx="9144" cy="13978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D69F35D-C14A-0D20-8942-6EDD13CEA24D}"/>
              </a:ext>
            </a:extLst>
          </p:cNvPr>
          <p:cNvSpPr/>
          <p:nvPr/>
        </p:nvSpPr>
        <p:spPr>
          <a:xfrm>
            <a:off x="4230302" y="2688983"/>
            <a:ext cx="429768" cy="384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05034A0C-F1DA-EB58-AE72-2C2A4CF33409}"/>
              </a:ext>
            </a:extLst>
          </p:cNvPr>
          <p:cNvSpPr/>
          <p:nvPr/>
        </p:nvSpPr>
        <p:spPr>
          <a:xfrm rot="5400000">
            <a:off x="4298003" y="3475633"/>
            <a:ext cx="462003" cy="2606040"/>
          </a:xfrm>
          <a:custGeom>
            <a:avLst/>
            <a:gdLst>
              <a:gd name="connsiteX0" fmla="*/ 0 w 896112"/>
              <a:gd name="connsiteY0" fmla="*/ 2606040 h 2606040"/>
              <a:gd name="connsiteX1" fmla="*/ 448056 w 896112"/>
              <a:gd name="connsiteY1" fmla="*/ 0 h 2606040"/>
              <a:gd name="connsiteX2" fmla="*/ 896112 w 896112"/>
              <a:gd name="connsiteY2" fmla="*/ 2606040 h 2606040"/>
              <a:gd name="connsiteX3" fmla="*/ 0 w 896112"/>
              <a:gd name="connsiteY3" fmla="*/ 2606040 h 2606040"/>
              <a:gd name="connsiteX0" fmla="*/ 0 w 462003"/>
              <a:gd name="connsiteY0" fmla="*/ 2606040 h 2606040"/>
              <a:gd name="connsiteX1" fmla="*/ 13947 w 462003"/>
              <a:gd name="connsiteY1" fmla="*/ 0 h 2606040"/>
              <a:gd name="connsiteX2" fmla="*/ 462003 w 462003"/>
              <a:gd name="connsiteY2" fmla="*/ 2606040 h 2606040"/>
              <a:gd name="connsiteX3" fmla="*/ 0 w 462003"/>
              <a:gd name="connsiteY3" fmla="*/ 2606040 h 2606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2003" h="2606040">
                <a:moveTo>
                  <a:pt x="0" y="2606040"/>
                </a:moveTo>
                <a:lnTo>
                  <a:pt x="13947" y="0"/>
                </a:lnTo>
                <a:lnTo>
                  <a:pt x="462003" y="2606040"/>
                </a:lnTo>
                <a:lnTo>
                  <a:pt x="0" y="260604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5FFB42-691E-8162-9537-B6882C0C6167}"/>
              </a:ext>
            </a:extLst>
          </p:cNvPr>
          <p:cNvSpPr/>
          <p:nvPr/>
        </p:nvSpPr>
        <p:spPr>
          <a:xfrm>
            <a:off x="3225985" y="4099826"/>
            <a:ext cx="2606040" cy="4572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CB2E809-56D4-6528-4989-F9B90B287236}"/>
              </a:ext>
            </a:extLst>
          </p:cNvPr>
          <p:cNvCxnSpPr>
            <a:endCxn id="16" idx="2"/>
          </p:cNvCxnSpPr>
          <p:nvPr/>
        </p:nvCxnSpPr>
        <p:spPr>
          <a:xfrm>
            <a:off x="4525818" y="3545852"/>
            <a:ext cx="0" cy="896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1C5A83A-B384-3FEC-205E-F306F5E26AEE}"/>
              </a:ext>
            </a:extLst>
          </p:cNvPr>
          <p:cNvCxnSpPr/>
          <p:nvPr/>
        </p:nvCxnSpPr>
        <p:spPr>
          <a:xfrm>
            <a:off x="5430982" y="3994271"/>
            <a:ext cx="59297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E9CB8A51-0E69-9516-1A12-2F6055BD94C4}"/>
              </a:ext>
            </a:extLst>
          </p:cNvPr>
          <p:cNvSpPr/>
          <p:nvPr/>
        </p:nvSpPr>
        <p:spPr>
          <a:xfrm>
            <a:off x="8922328" y="3205019"/>
            <a:ext cx="295563" cy="2886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F71DF0-63AD-261E-10C0-FCE82E5A5246}"/>
              </a:ext>
            </a:extLst>
          </p:cNvPr>
          <p:cNvSpPr txBox="1"/>
          <p:nvPr/>
        </p:nvSpPr>
        <p:spPr>
          <a:xfrm>
            <a:off x="3286390" y="309295"/>
            <a:ext cx="2478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Player: move L/R</a:t>
            </a:r>
          </a:p>
          <a:p>
            <a:r>
              <a:rPr lang="en-US" dirty="0"/>
              <a:t>Jump Up/Slam Down</a:t>
            </a:r>
            <a:endParaRPr lang="en-CA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58B883-2C73-EC22-36D1-67CD5A492BBE}"/>
              </a:ext>
            </a:extLst>
          </p:cNvPr>
          <p:cNvSpPr txBox="1"/>
          <p:nvPr/>
        </p:nvSpPr>
        <p:spPr>
          <a:xfrm>
            <a:off x="768188" y="730601"/>
            <a:ext cx="2478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 of Jump/Slam affects Amplitude</a:t>
            </a:r>
            <a:endParaRPr lang="en-CA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3C38C9-416A-D1C3-C7C1-6B3727D16E58}"/>
              </a:ext>
            </a:extLst>
          </p:cNvPr>
          <p:cNvSpPr txBox="1"/>
          <p:nvPr/>
        </p:nvSpPr>
        <p:spPr>
          <a:xfrm>
            <a:off x="726903" y="2092047"/>
            <a:ext cx="2478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Left/Right position affects the wavelength</a:t>
            </a:r>
            <a:endParaRPr lang="en-CA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A85269-AC31-A5B7-914B-12F854205B1C}"/>
              </a:ext>
            </a:extLst>
          </p:cNvPr>
          <p:cNvSpPr txBox="1"/>
          <p:nvPr/>
        </p:nvSpPr>
        <p:spPr>
          <a:xfrm>
            <a:off x="6970592" y="2790346"/>
            <a:ext cx="2478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Swimmer: Bobs up and down with wave</a:t>
            </a:r>
            <a:endParaRPr lang="en-CA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3F0497-7F61-F064-F4EC-C1AF337BE3DB}"/>
              </a:ext>
            </a:extLst>
          </p:cNvPr>
          <p:cNvSpPr txBox="1"/>
          <p:nvPr/>
        </p:nvSpPr>
        <p:spPr>
          <a:xfrm>
            <a:off x="5897559" y="1751887"/>
            <a:ext cx="55675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Swimmer has a requested “vibe” (wavelength) and “excitement” (amplitude) for the wave (above): scored on how well the wave-ride matches the requested wave</a:t>
            </a:r>
            <a:endParaRPr lang="en-CA" dirty="0"/>
          </a:p>
        </p:txBody>
      </p:sp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4AF068E6-104E-46BF-8055-84641BA5F9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7847350"/>
              </p:ext>
            </p:extLst>
          </p:nvPr>
        </p:nvGraphicFramePr>
        <p:xfrm>
          <a:off x="7125903" y="259633"/>
          <a:ext cx="4540623" cy="13409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7B733011-A664-7266-96A0-73F33364F0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782093"/>
              </p:ext>
            </p:extLst>
          </p:nvPr>
        </p:nvGraphicFramePr>
        <p:xfrm>
          <a:off x="4941455" y="5357897"/>
          <a:ext cx="1032520" cy="1034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ECB90233-5F26-41BB-94FF-26CE3431A0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3624684"/>
              </p:ext>
            </p:extLst>
          </p:nvPr>
        </p:nvGraphicFramePr>
        <p:xfrm>
          <a:off x="3129902" y="5464188"/>
          <a:ext cx="822084" cy="8587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70C9B46-BBB5-AB63-5E7E-9D9078618CE7}"/>
              </a:ext>
            </a:extLst>
          </p:cNvPr>
          <p:cNvCxnSpPr/>
          <p:nvPr/>
        </p:nvCxnSpPr>
        <p:spPr>
          <a:xfrm>
            <a:off x="3951986" y="5874327"/>
            <a:ext cx="110954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453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4A6EC-A806-BD17-8681-891486AF0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6EF82BA-E6B4-A79D-8018-A7EAFBAB6489}"/>
              </a:ext>
            </a:extLst>
          </p:cNvPr>
          <p:cNvGraphicFramePr>
            <a:graphicFrameLocks/>
          </p:cNvGraphicFramePr>
          <p:nvPr/>
        </p:nvGraphicFramePr>
        <p:xfrm>
          <a:off x="5682674" y="1426730"/>
          <a:ext cx="6162674" cy="4171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" name="Oval 21">
            <a:extLst>
              <a:ext uri="{FF2B5EF4-FFF2-40B4-BE49-F238E27FC236}">
                <a16:creationId xmlns:a16="http://schemas.microsoft.com/office/drawing/2014/main" id="{C3945C85-1518-E0A0-BE87-AEF666461EE8}"/>
              </a:ext>
            </a:extLst>
          </p:cNvPr>
          <p:cNvSpPr/>
          <p:nvPr/>
        </p:nvSpPr>
        <p:spPr>
          <a:xfrm>
            <a:off x="8922328" y="3205019"/>
            <a:ext cx="295563" cy="2886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58FD602B-DAC0-5295-636D-333FC94416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3866746"/>
              </p:ext>
            </p:extLst>
          </p:nvPr>
        </p:nvGraphicFramePr>
        <p:xfrm>
          <a:off x="8764011" y="2779818"/>
          <a:ext cx="4540623" cy="13409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9B54EC2-D48C-CFB1-0B3E-4B519B5C4FD1}"/>
              </a:ext>
            </a:extLst>
          </p:cNvPr>
          <p:cNvSpPr txBox="1"/>
          <p:nvPr/>
        </p:nvSpPr>
        <p:spPr>
          <a:xfrm>
            <a:off x="1423447" y="556181"/>
            <a:ext cx="4259227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vertical trajectory of the swimmer would be compared to a time synched version of their requested wave, so we would be computing the difference between the waves to see how close they match</a:t>
            </a:r>
          </a:p>
          <a:p>
            <a:pPr marL="285750" indent="-285750">
              <a:buFontTx/>
              <a:buChar char="-"/>
            </a:pPr>
            <a:r>
              <a:rPr lang="en-US" dirty="0"/>
              <a:t>RMSE would be the output score I think (well, a lower RMSE = better score) so closeness to 0 means better score</a:t>
            </a:r>
          </a:p>
          <a:p>
            <a:pPr marL="285750" indent="-285750">
              <a:buFontTx/>
              <a:buChar char="-"/>
            </a:pPr>
            <a:r>
              <a:rPr lang="en-US" dirty="0"/>
              <a:t>We could use RMSE raw as a score, scale it by a factor or by amplitude, or convert RMSE to a rank order score (like F to SS?)</a:t>
            </a:r>
          </a:p>
          <a:p>
            <a:pPr marL="285750" indent="-285750">
              <a:buFontTx/>
              <a:buChar char="-"/>
            </a:pPr>
            <a:r>
              <a:rPr lang="en-US" dirty="0"/>
              <a:t>Could have a vibe meter that is in line (x axis) with the swimmer, and moves in the y axis following the time synched requested wave, the swimmer acting as the indicator moving on the scale as the output wave moves them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87723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DB165-92F3-2BD8-D090-4CF8E3D73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52CD210-A606-0375-5CCA-CB97743437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8553238"/>
              </p:ext>
            </p:extLst>
          </p:nvPr>
        </p:nvGraphicFramePr>
        <p:xfrm>
          <a:off x="2671619" y="1472912"/>
          <a:ext cx="6162674" cy="4171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3777194-F49E-288B-7F33-20246C9095DE}"/>
              </a:ext>
            </a:extLst>
          </p:cNvPr>
          <p:cNvSpPr/>
          <p:nvPr/>
        </p:nvSpPr>
        <p:spPr>
          <a:xfrm>
            <a:off x="196642" y="357725"/>
            <a:ext cx="2606040" cy="51389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0F052DA5-D950-55E6-1523-29545DE956DE}"/>
              </a:ext>
            </a:extLst>
          </p:cNvPr>
          <p:cNvSpPr/>
          <p:nvPr/>
        </p:nvSpPr>
        <p:spPr>
          <a:xfrm rot="5400000">
            <a:off x="1069894" y="2293586"/>
            <a:ext cx="896112" cy="260604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6DD1DD-6EB9-E6A1-9537-F00529062D8C}"/>
              </a:ext>
            </a:extLst>
          </p:cNvPr>
          <p:cNvSpPr/>
          <p:nvPr/>
        </p:nvSpPr>
        <p:spPr>
          <a:xfrm>
            <a:off x="214930" y="3134834"/>
            <a:ext cx="2606040" cy="457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B7E877-9E4A-DF50-ED0A-F3DB40104903}"/>
              </a:ext>
            </a:extLst>
          </p:cNvPr>
          <p:cNvSpPr/>
          <p:nvPr/>
        </p:nvSpPr>
        <p:spPr>
          <a:xfrm>
            <a:off x="1228391" y="953228"/>
            <a:ext cx="429768" cy="384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7A77906-FBD0-8569-60AD-4F0A0C89594C}"/>
              </a:ext>
            </a:extLst>
          </p:cNvPr>
          <p:cNvCxnSpPr>
            <a:cxnSpLocks/>
            <a:stCxn id="8" idx="2"/>
            <a:endCxn id="14" idx="0"/>
          </p:cNvCxnSpPr>
          <p:nvPr/>
        </p:nvCxnSpPr>
        <p:spPr>
          <a:xfrm flipH="1">
            <a:off x="1434131" y="1337276"/>
            <a:ext cx="9144" cy="13978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63B5172-FD57-2F58-B95D-86E6DE394E16}"/>
              </a:ext>
            </a:extLst>
          </p:cNvPr>
          <p:cNvSpPr/>
          <p:nvPr/>
        </p:nvSpPr>
        <p:spPr>
          <a:xfrm>
            <a:off x="1219247" y="2735165"/>
            <a:ext cx="429768" cy="384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E3B97BC2-CB46-3A44-E8FF-CB9D6BA45B3A}"/>
              </a:ext>
            </a:extLst>
          </p:cNvPr>
          <p:cNvSpPr/>
          <p:nvPr/>
        </p:nvSpPr>
        <p:spPr>
          <a:xfrm rot="5400000">
            <a:off x="1286948" y="3521815"/>
            <a:ext cx="462003" cy="2606040"/>
          </a:xfrm>
          <a:custGeom>
            <a:avLst/>
            <a:gdLst>
              <a:gd name="connsiteX0" fmla="*/ 0 w 896112"/>
              <a:gd name="connsiteY0" fmla="*/ 2606040 h 2606040"/>
              <a:gd name="connsiteX1" fmla="*/ 448056 w 896112"/>
              <a:gd name="connsiteY1" fmla="*/ 0 h 2606040"/>
              <a:gd name="connsiteX2" fmla="*/ 896112 w 896112"/>
              <a:gd name="connsiteY2" fmla="*/ 2606040 h 2606040"/>
              <a:gd name="connsiteX3" fmla="*/ 0 w 896112"/>
              <a:gd name="connsiteY3" fmla="*/ 2606040 h 2606040"/>
              <a:gd name="connsiteX0" fmla="*/ 0 w 462003"/>
              <a:gd name="connsiteY0" fmla="*/ 2606040 h 2606040"/>
              <a:gd name="connsiteX1" fmla="*/ 13947 w 462003"/>
              <a:gd name="connsiteY1" fmla="*/ 0 h 2606040"/>
              <a:gd name="connsiteX2" fmla="*/ 462003 w 462003"/>
              <a:gd name="connsiteY2" fmla="*/ 2606040 h 2606040"/>
              <a:gd name="connsiteX3" fmla="*/ 0 w 462003"/>
              <a:gd name="connsiteY3" fmla="*/ 2606040 h 2606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2003" h="2606040">
                <a:moveTo>
                  <a:pt x="0" y="2606040"/>
                </a:moveTo>
                <a:lnTo>
                  <a:pt x="13947" y="0"/>
                </a:lnTo>
                <a:lnTo>
                  <a:pt x="462003" y="2606040"/>
                </a:lnTo>
                <a:lnTo>
                  <a:pt x="0" y="260604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D90EB5-F181-9D49-C920-6A75FCFE35D8}"/>
              </a:ext>
            </a:extLst>
          </p:cNvPr>
          <p:cNvSpPr/>
          <p:nvPr/>
        </p:nvSpPr>
        <p:spPr>
          <a:xfrm>
            <a:off x="214930" y="4146008"/>
            <a:ext cx="2606040" cy="4572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FF82B81-9DE4-B0BD-77E7-67BE20580171}"/>
              </a:ext>
            </a:extLst>
          </p:cNvPr>
          <p:cNvCxnSpPr>
            <a:endCxn id="16" idx="2"/>
          </p:cNvCxnSpPr>
          <p:nvPr/>
        </p:nvCxnSpPr>
        <p:spPr>
          <a:xfrm>
            <a:off x="1514763" y="3592034"/>
            <a:ext cx="0" cy="896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C8FAE99-33C2-72F1-675A-7916B5CA71EB}"/>
              </a:ext>
            </a:extLst>
          </p:cNvPr>
          <p:cNvCxnSpPr/>
          <p:nvPr/>
        </p:nvCxnSpPr>
        <p:spPr>
          <a:xfrm>
            <a:off x="2419927" y="4040453"/>
            <a:ext cx="59297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6FA2A1A1-C915-2B45-7B3C-1459C46DCB28}"/>
              </a:ext>
            </a:extLst>
          </p:cNvPr>
          <p:cNvSpPr/>
          <p:nvPr/>
        </p:nvSpPr>
        <p:spPr>
          <a:xfrm>
            <a:off x="4738255" y="3414570"/>
            <a:ext cx="295563" cy="2886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ABB061-BE9D-598A-3342-8C4E780FBDEA}"/>
              </a:ext>
            </a:extLst>
          </p:cNvPr>
          <p:cNvSpPr txBox="1"/>
          <p:nvPr/>
        </p:nvSpPr>
        <p:spPr>
          <a:xfrm>
            <a:off x="6211822" y="799524"/>
            <a:ext cx="301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  <a:endParaRPr lang="en-CA" dirty="0"/>
          </a:p>
        </p:txBody>
      </p:sp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F43A4349-202A-0ADB-3900-2830BE0772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1001976"/>
              </p:ext>
            </p:extLst>
          </p:nvPr>
        </p:nvGraphicFramePr>
        <p:xfrm>
          <a:off x="1930400" y="5404079"/>
          <a:ext cx="1032520" cy="1034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724629BE-B433-67C5-7BB2-AAC86CDE41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4162778"/>
              </p:ext>
            </p:extLst>
          </p:nvPr>
        </p:nvGraphicFramePr>
        <p:xfrm>
          <a:off x="118847" y="5510370"/>
          <a:ext cx="822084" cy="8587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F209B62-1585-AF46-384A-1512D4C02DC0}"/>
              </a:ext>
            </a:extLst>
          </p:cNvPr>
          <p:cNvCxnSpPr/>
          <p:nvPr/>
        </p:nvCxnSpPr>
        <p:spPr>
          <a:xfrm>
            <a:off x="940931" y="5920509"/>
            <a:ext cx="110954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FB2A11A-33ED-23D5-9464-AFC6988D0E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1227663"/>
              </p:ext>
            </p:extLst>
          </p:nvPr>
        </p:nvGraphicFramePr>
        <p:xfrm>
          <a:off x="2802682" y="-28469"/>
          <a:ext cx="3579645" cy="1887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0210041-18D4-E053-06E7-92A32CDC06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6541389"/>
              </p:ext>
            </p:extLst>
          </p:nvPr>
        </p:nvGraphicFramePr>
        <p:xfrm>
          <a:off x="6430818" y="109286"/>
          <a:ext cx="2958499" cy="17498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" name="Oval 8">
            <a:extLst>
              <a:ext uri="{FF2B5EF4-FFF2-40B4-BE49-F238E27FC236}">
                <a16:creationId xmlns:a16="http://schemas.microsoft.com/office/drawing/2014/main" id="{73111FC2-5F49-8ABC-B756-171ED11C9F32}"/>
              </a:ext>
            </a:extLst>
          </p:cNvPr>
          <p:cNvSpPr/>
          <p:nvPr/>
        </p:nvSpPr>
        <p:spPr>
          <a:xfrm>
            <a:off x="7088910" y="2925689"/>
            <a:ext cx="295563" cy="28863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5EBEEF-5190-8BFF-6654-3F1AF6C84339}"/>
              </a:ext>
            </a:extLst>
          </p:cNvPr>
          <p:cNvSpPr txBox="1"/>
          <p:nvPr/>
        </p:nvSpPr>
        <p:spPr>
          <a:xfrm>
            <a:off x="8872991" y="2207725"/>
            <a:ext cx="303268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Different visually distinct swimmers would have different preferred vibes</a:t>
            </a:r>
            <a:r>
              <a:rPr lang="en-CA" dirty="0"/>
              <a:t>, and when more than one swimmer is in the pool at the same time, there is a different sequence of waves that you must push out (each scored individually to matching wave order, but cumulative score), could add a time penalty if you take too long between outputting waves?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01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9A982FD-DB09-4F91-806E-8C41D022B75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1548202"/>
              </p:ext>
            </p:extLst>
          </p:nvPr>
        </p:nvGraphicFramePr>
        <p:xfrm>
          <a:off x="0" y="0"/>
          <a:ext cx="5090289" cy="3490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9A982FD-DB09-4F91-806E-8C41D022B75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6591053"/>
              </p:ext>
            </p:extLst>
          </p:nvPr>
        </p:nvGraphicFramePr>
        <p:xfrm>
          <a:off x="30184" y="3429000"/>
          <a:ext cx="5090289" cy="33992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AF65EE1-7429-A788-C42D-511C5D9B4A48}"/>
              </a:ext>
            </a:extLst>
          </p:cNvPr>
          <p:cNvSpPr txBox="1"/>
          <p:nvPr/>
        </p:nvSpPr>
        <p:spPr>
          <a:xfrm>
            <a:off x="5010912" y="576072"/>
            <a:ext cx="1773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Perfect match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2856E3-002C-736B-32E3-0DB9AD104591}"/>
              </a:ext>
            </a:extLst>
          </p:cNvPr>
          <p:cNvSpPr txBox="1"/>
          <p:nvPr/>
        </p:nvSpPr>
        <p:spPr>
          <a:xfrm>
            <a:off x="4934712" y="3882078"/>
            <a:ext cx="1773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imperfect match</a:t>
            </a:r>
          </a:p>
        </p:txBody>
      </p:sp>
    </p:spTree>
    <p:extLst>
      <p:ext uri="{BB962C8B-B14F-4D97-AF65-F5344CB8AC3E}">
        <p14:creationId xmlns:p14="http://schemas.microsoft.com/office/powerpoint/2010/main" val="2533838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AACB4-D0E7-4B36-B044-6E262A0E0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Possible way to animate waves: blue rectangles whose height is changed by wave shape</a:t>
            </a:r>
            <a:endParaRPr lang="en-CA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B65DFA-EE27-B84D-36A2-D0C124CFD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200" y="1825625"/>
            <a:ext cx="5943600" cy="4351338"/>
          </a:xfrm>
        </p:spPr>
        <p:txBody>
          <a:bodyPr/>
          <a:lstStyle/>
          <a:p>
            <a:r>
              <a:rPr lang="en-US" dirty="0"/>
              <a:t>This, but origin at -2 here, and top of rectangles would equal the y values of this figure</a:t>
            </a:r>
          </a:p>
          <a:p>
            <a:r>
              <a:rPr lang="en-US" dirty="0"/>
              <a:t>For smoother animation, have a circle/ball/whitecap also drawn at </a:t>
            </a:r>
            <a:r>
              <a:rPr lang="en-US" dirty="0" err="1"/>
              <a:t>at</a:t>
            </a:r>
            <a:r>
              <a:rPr lang="en-US" dirty="0"/>
              <a:t> the y position following this graph</a:t>
            </a:r>
          </a:p>
          <a:p>
            <a:r>
              <a:rPr lang="en-US" dirty="0"/>
              <a:t>So draw 100 rectangles (bottom at -2 or whatever the bottom of the pool is) and top being at 0. height updated </a:t>
            </a:r>
            <a:r>
              <a:rPr lang="en-US"/>
              <a:t>by wave</a:t>
            </a:r>
            <a:endParaRPr lang="en-CA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20766C1-3382-2278-0FC3-1149392BE8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3148762"/>
              </p:ext>
            </p:extLst>
          </p:nvPr>
        </p:nvGraphicFramePr>
        <p:xfrm>
          <a:off x="838200" y="150971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E18F4DC-E1DF-4828-8EBA-36BD2EBA48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1980123"/>
              </p:ext>
            </p:extLst>
          </p:nvPr>
        </p:nvGraphicFramePr>
        <p:xfrm>
          <a:off x="838200" y="41148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60705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397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WAVES: (Wavelength*Amplitude)/(Vibes+Excitement) = Score</vt:lpstr>
      <vt:lpstr>PowerPoint Presentation</vt:lpstr>
      <vt:lpstr>PowerPoint Presentation</vt:lpstr>
      <vt:lpstr>PowerPoint Presentation</vt:lpstr>
      <vt:lpstr>PowerPoint Presentation</vt:lpstr>
      <vt:lpstr>Possible way to animate waves: blue rectangles whose height is changed by wave shape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Martel</dc:creator>
  <cp:lastModifiedBy>Daniel Martel</cp:lastModifiedBy>
  <cp:revision>3</cp:revision>
  <dcterms:created xsi:type="dcterms:W3CDTF">2025-11-13T18:42:27Z</dcterms:created>
  <dcterms:modified xsi:type="dcterms:W3CDTF">2025-11-13T20:49:10Z</dcterms:modified>
</cp:coreProperties>
</file>