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80" r:id="rId3"/>
    <p:sldId id="273" r:id="rId4"/>
    <p:sldId id="274" r:id="rId5"/>
    <p:sldId id="275" r:id="rId6"/>
    <p:sldId id="276" r:id="rId7"/>
    <p:sldId id="278" r:id="rId8"/>
    <p:sldId id="279" r:id="rId9"/>
    <p:sldId id="277" r:id="rId10"/>
    <p:sldId id="256" r:id="rId11"/>
    <p:sldId id="271" r:id="rId12"/>
    <p:sldId id="261" r:id="rId13"/>
    <p:sldId id="262" r:id="rId14"/>
    <p:sldId id="260" r:id="rId15"/>
    <p:sldId id="263" r:id="rId16"/>
    <p:sldId id="265" r:id="rId17"/>
    <p:sldId id="266" r:id="rId18"/>
    <p:sldId id="267" r:id="rId19"/>
    <p:sldId id="268" r:id="rId20"/>
    <p:sldId id="269" r:id="rId21"/>
    <p:sldId id="270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D5"/>
    <a:srgbClr val="E452BA"/>
    <a:srgbClr val="F9D9F0"/>
    <a:srgbClr val="D4AA78"/>
    <a:srgbClr val="0FB5B1"/>
    <a:srgbClr val="FEF5F0"/>
    <a:srgbClr val="362908"/>
    <a:srgbClr val="67410F"/>
    <a:srgbClr val="EEC186"/>
    <a:srgbClr val="15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chemeClr val="accent2">
                      <a:lumMod val="20000"/>
                      <a:lumOff val="80000"/>
                    </a:schemeClr>
                  </a:gs>
                  <a:gs pos="41000">
                    <a:schemeClr val="accent2">
                      <a:lumMod val="40000"/>
                      <a:lumOff val="60000"/>
                    </a:schemeClr>
                  </a:gs>
                  <a:gs pos="71000">
                    <a:srgbClr val="FCEAF7"/>
                  </a:gs>
                  <a:gs pos="100000">
                    <a:srgbClr val="F9D9F0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rgbClr val="B9F9F7"/>
                  </a:gs>
                  <a:gs pos="41000">
                    <a:srgbClr val="6CF2EF"/>
                  </a:gs>
                  <a:gs pos="71000">
                    <a:srgbClr val="15EBE6"/>
                  </a:gs>
                  <a:gs pos="100000">
                    <a:srgbClr val="0FB5B1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08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0 595 24556,'867'-595'0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26.5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24575,'13'-2'0,"-1"1"0,0-2 0,0 1 0,0-2 0,0 1 0,19-10 0,-15 6 0,0 1 0,27-6 0,-2 4 0,1 2 0,1 1 0,-1 3 0,55 3 0,-12 12 0,-77-12 0,0 0 0,1 1 0,-1 0 0,0 0 0,0 1 0,0 0 0,-1 0 0,11 6 0,55 38 0,62 54 0,-93-55 0,-35-37 0,0 0 0,1 0 0,16 13 0,49 59 0,-48-63 0,-2 0 0,0 2 0,-2 1 0,33 40 0,-13 25 0,19 12 0,-57-94-1365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8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24461,'734'-112'0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9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0 146 24518,'828'-145'0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0 225 24575,'12'0'0,"0"-1"0,0-1 0,0 0 0,-1-1 0,1 0 0,-1-1 0,0 0 0,11-6 0,87-52 0,-76 41 0,37-17 0,-36 23-227,0 2-1,1 1 1,1 2-1,-1 1 1,63-6-1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5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24575,'4'-8'0,"1"0"0,1 0 0,-1 0 0,1 1 0,0 0 0,1 0 0,0 1 0,0-1 0,0 2 0,1-1 0,0 1 0,0 0 0,0 1 0,1-1 0,-1 2 0,1-1 0,0 1 0,0 1 0,0 0 0,16-2 0,88-18 0,71-7 0,-124 23-1365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6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24575,'16'-2'0,"-1"0"0,0-1 0,0-1 0,0 0 0,16-8 0,2 1 0,-7 3 0,-10 2 0,1 1 0,0 0 0,1 1 0,-1 1 0,0 1 0,19-1 0,6 3-455,-1-2 0,61-11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24575,'2'0'0,"0"-1"0,2 0 0,3-1 0,0 0 0,1-2 0,0 1 0,0 0 0,-1 1 0,0 1 0,0 0 0,0 1 0,-2-1 0,0-1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24575,'6'0'0,"-1"0"0,1 1 0,-1-1 0,1 1 0,-1 0 0,1 1 0,-1-1 0,0 1 0,0 0 0,1 0 0,-2 1 0,1 0 0,0-1 0,0 2 0,-1-1 0,5 4 0,-5-5 0,-1 0 0,1-1 0,0 0 0,0 0 0,0 0 0,0 0 0,0 0 0,1-1 0,-1 0 0,8 0 0,43-5 0,116-36 0,-3 11 0,-137 29-1365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24575,'54'-2'0,"-32"1"0,-1 0 0,1 1 0,32 5 0,-51-4 0,1 0 0,-1 0 0,0 0 0,1 1 0,-1-1 0,0 1 0,0 0 0,0 0 0,0 0 0,-1 0 0,1 0 0,-1 1 0,1-1 0,-1 1 0,0 0 0,0-1 0,0 1 0,0 0 0,0 0 0,-1 0 0,1 1 0,-1-1 0,0 0 0,0 1 0,0-1 0,0 0 0,0 7 0,-1-10 0,0 1 0,0-1 0,0 0 0,0 1 0,0-1 0,0 0 0,0 0 0,0 1 0,0-1 0,0 0 0,0 1 0,0-1 0,0 0 0,0 1 0,0-1 0,0 0 0,0 0 0,0 1 0,0-1 0,-1 0 0,1 0 0,0 1 0,0-1 0,0 0 0,-1 0 0,1 1 0,0-1 0,0 0 0,0 0 0,-1 0 0,1 0 0,0 1 0,0-1 0,-1 0 0,1 0 0,0 0 0,-1 0 0,1 0 0,-1 0 0,-11-6 0,-9-17 0,18 16-1365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8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24575,'1'1'0,"-1"0"0,1 0 0,-1 0 0,1 0 0,-1 0 0,1 0 0,-1 0 0,1 0 0,0 0 0,0 0 0,-1-1 0,1 1 0,0 0 0,0 0 0,0-1 0,0 1 0,0-1 0,0 1 0,0-1 0,0 1 0,0-1 0,0 1 0,0-1 0,1 0 0,-1 0 0,0 0 0,0 1 0,0-1 0,2-1 0,39 3 0,-38-2 0,2 0 0,1 0 0,0 0 0,0-1 0,0 1 0,-1-2 0,1 1 0,0-1 0,-1 0 0,1 0 0,-1-1 0,0 1 0,0-2 0,8-4 0,-1 2-136,1 0-1,0 0 1,0 1-1,0 1 1,1 0-1,-1 1 1,1 1-1,0 0 0,22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9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64 24575,'25'-2'25,"0"-1"-1,-1-1 1,0-1 0,46-16-1,38-8-1512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24575,'1'0'0,"2"0"0,1-1 0,2-1 0,3 0 0,2-2 0,4 0 0,3 1 0,2 0 0,1 0 0,-1 1 0,0 0 0,-1 1 0,-4 1 0,-1-1 0,-2-1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 24575,'38'-1'0,"-27"-1"0,-1 1 0,0 1 0,1 0 0,-1 0 0,0 1 0,1 0 0,-1 1 0,0 0 0,12 4 0,-21-5 4,0 0 0,0-1 0,0 1-1,0 0 1,0 0 0,0 0 0,0 0-1,0 0 1,-1 0 0,1 0 0,0 0-1,-1 1 1,1-1 0,-1 0 0,1 0-1,-1 0 1,1 1 0,-1-1 0,0 0 0,0 1-1,0-1 1,1 0 0,-1 1 0,-1-1-1,1 0 1,0 0 0,0 1 0,-1 0-1,1-1-42,0 0-1,-1 1 0,1-1 0,0 0 0,0 0 0,0 0 0,0 0 1,0 0-1,0 0 0,0 0 0,0 0 0,1 1 0,-1-1 1,0 0-1,1 0 0,-1 0 0,0 0 0,1 0 0,-1 0 0,1 0 1,0 0-1,-1 0 0,1-1 0,0 1 0,0 0 0,-1 0 0,1-1 1,0 1-1,0 0 0,0-1 0,0 1 0,0-1 0,0 1 1,0-1-1,0 1 0,1-1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D5C0-7FB8-E0F4-BAFE-65C498AFF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20997-5C6C-1B81-3FA1-2F8C5B2B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579F-14A5-AC18-EB71-160C54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A932-B095-1E2D-6EBE-C86AAE67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96C3-4F3E-9600-B981-275B442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1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887-7C9F-FDF6-09D5-3C033072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89DA-743A-620C-92F5-45FA5140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56CB5-FCCC-FC5D-22A0-BF0C18C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5C876-1A2B-1A9B-E4D3-8646204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3593-89D4-FD74-6583-C0923118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0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0CD-DBA6-9C6B-4981668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A28F-FCB9-4F36-FFFB-5A8788993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B86-1A3C-4CC8-665F-965890D1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E110-21D7-259F-6CAC-F9C5677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73EE-DE27-7399-F1E9-9B72476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90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4A3-6FF3-0BBC-7F1F-027FB5BF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DCD5-3F22-45E0-B320-720809F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569E-8B54-52D7-50B8-F8E0BC5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13D8-1FDD-46B1-DEEE-70C7EA09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C476-C092-2098-94B3-72E8968E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EC41-B877-36B9-5C20-2EB219C8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1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03BC-BA60-A60C-0AA1-E846B923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A6A2-0EE9-F822-C87C-42963941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DAA5-3D07-F961-7BCC-0AF1FD657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CF73-C895-0502-D839-363D2B775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B4B7E-096F-972C-9FB9-A8A8E01DD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B8871-55EE-5712-269F-CD92F09C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AD7A5-91FC-8834-DA89-77EB4A2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47541-98E1-2375-E1E0-0798365E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8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61E-C70E-DA7F-79BC-99DFB83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5E3E-D42B-42E2-CC73-AD3735B2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67E1-5BF9-ACE7-8264-EDB16DAC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94F72-4AAD-C4AE-6D21-D547C68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FD0F8-3A7F-8F22-5714-CE6AEE07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CB62-830B-E310-5206-231D62B4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01E7-3CBD-46DB-9C36-C4737E6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9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DE95-38C7-8A74-99F5-CB778E5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B124-01A2-1C29-E04D-DAB581CC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ED353-1234-68E0-376B-AE04F53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ACCF-9C69-459F-541F-4D61FCF8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C979-0029-E21A-BB99-06FC57C3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35DE-CE09-C696-AB01-64E22AE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9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050-E809-DF39-4E7A-AF647FB0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64998-5791-1F21-D0A7-6841329CB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B3CA-A5A9-23F5-47B4-FCD5BFF0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F46CF-5BFD-ED9B-D6AB-A620238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9A16-75B6-4B88-2A02-066E321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499D1-AF01-CBA1-0407-97CEB58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9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2B52-5867-7BA0-9F2F-E118734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D1CBF-320F-BEBC-7F93-A3ED5F22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7AED-D5EC-3B50-F641-D4DB978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E095-3916-E8B8-3730-34849DFC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2362-5559-E758-782A-A861F6FC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56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8D0BD-60F7-D73E-CBAF-F33F30095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4567-60CD-5998-24FE-01048B626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B56D-E021-3777-0AA1-C7221DD7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BC28-4AA8-F21A-202C-786F0AE5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02F1-FFD0-2BD5-6405-C359EC7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D5843-9C28-662B-9BDB-2597AE6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BE8FE-3701-D6C6-CD73-3F33050F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B83-3A9A-29BC-DD29-811C9D74B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D6B63-7973-4513-BC84-C3DC84D916C6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A0C3-E880-F91A-3C98-B736D3C75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FF38-F69A-9928-6AFD-753DFDEF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7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6C1-067B-747C-D01A-980384F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2A26C5-AA49-1BE6-05B4-B5C52BB7CCC1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F44DD5-BF58-A85A-B5E6-09BED460BB9C}"/>
              </a:ext>
            </a:extLst>
          </p:cNvPr>
          <p:cNvSpPr/>
          <p:nvPr/>
        </p:nvSpPr>
        <p:spPr>
          <a:xfrm rot="2939870">
            <a:off x="5277827" y="3996450"/>
            <a:ext cx="1237993" cy="1005737"/>
          </a:xfrm>
          <a:prstGeom prst="roundRect">
            <a:avLst>
              <a:gd name="adj" fmla="val 50000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51EBC-834B-BA45-3C39-E483458FFB7C}"/>
              </a:ext>
            </a:extLst>
          </p:cNvPr>
          <p:cNvGrpSpPr/>
          <p:nvPr/>
        </p:nvGrpSpPr>
        <p:grpSpPr>
          <a:xfrm>
            <a:off x="4872134" y="3253168"/>
            <a:ext cx="1190036" cy="1787274"/>
            <a:chOff x="4872134" y="3253168"/>
            <a:chExt cx="1190036" cy="17872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12FFBB-1F94-2B69-DBF9-9F4EDB63BFF5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7E694E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F4E7B9-73D0-E1AB-1FC1-F932AF574AF4}"/>
                </a:ext>
              </a:extLst>
            </p:cNvPr>
            <p:cNvSpPr/>
            <p:nvPr/>
          </p:nvSpPr>
          <p:spPr>
            <a:xfrm rot="2612015">
              <a:off x="4872134" y="3987757"/>
              <a:ext cx="1190036" cy="669019"/>
            </a:xfrm>
            <a:prstGeom prst="roundRect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79020F-AEBD-A205-D4E7-60D9962157C4}"/>
              </a:ext>
            </a:extLst>
          </p:cNvPr>
          <p:cNvSpPr/>
          <p:nvPr/>
        </p:nvSpPr>
        <p:spPr>
          <a:xfrm rot="2465462">
            <a:off x="5298754" y="4042294"/>
            <a:ext cx="1362541" cy="734851"/>
          </a:xfrm>
          <a:prstGeom prst="roundRect">
            <a:avLst>
              <a:gd name="adj" fmla="val 43825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6AC01-2DEE-483E-C31B-C670A3530E06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8C3BAF4-BB8D-0513-0C82-485D0A787C1A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8C544-CC9F-50B6-2ADF-C0DD3FD70D4D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D247F-A5BC-6C14-37CB-93A40BAA6985}"/>
              </a:ext>
            </a:extLst>
          </p:cNvPr>
          <p:cNvSpPr/>
          <p:nvPr/>
        </p:nvSpPr>
        <p:spPr>
          <a:xfrm>
            <a:off x="5084064" y="4005452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CF30D-8237-1B7C-C1FF-019BF3C58C0B}"/>
              </a:ext>
            </a:extLst>
          </p:cNvPr>
          <p:cNvSpPr/>
          <p:nvPr/>
        </p:nvSpPr>
        <p:spPr>
          <a:xfrm>
            <a:off x="6457103" y="4004136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D6132F-B874-11D1-3F04-374BFCF5F30A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4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1F5A-2931-DA05-996C-C3AF54F9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1E1D83-8647-D8F1-20D8-9CFD155D3A6F}"/>
              </a:ext>
            </a:extLst>
          </p:cNvPr>
          <p:cNvSpPr/>
          <p:nvPr/>
        </p:nvSpPr>
        <p:spPr>
          <a:xfrm>
            <a:off x="5976729" y="2372139"/>
            <a:ext cx="231913" cy="21004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32D68-4913-E6B1-EF50-F6ED69549F83}"/>
              </a:ext>
            </a:extLst>
          </p:cNvPr>
          <p:cNvSpPr/>
          <p:nvPr/>
        </p:nvSpPr>
        <p:spPr>
          <a:xfrm>
            <a:off x="5003292" y="3302707"/>
            <a:ext cx="2173356" cy="2849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986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2A157-856C-5503-41A7-79A751246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72094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51F2-FD77-AE41-567B-84EB40AC6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3647"/>
              </p:ext>
            </p:extLst>
          </p:nvPr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5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A987-89B8-8982-7365-0566F6B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86CE7-8329-8C9C-D378-C4B3A7EE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08284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D4181-D863-9EF4-617C-DEF561BE211C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8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07E-1E8E-C7C8-42D6-F269CB1F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6255-5958-8F91-4678-03855A5C9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21687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6BEAF-5940-D274-8A72-6B0626395A13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6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1E3E-F239-7169-095E-9EBD101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A9FDA-C7B7-2F4E-FB0B-138AC24E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3738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3875C-C41A-C21B-5C89-026667E3BD00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8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AF426-EFEE-8776-0452-94061DD4138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ED843C-2C36-3A84-2E7A-526E74190A9E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solidFill>
            <a:srgbClr val="B9F9F7"/>
          </a:soli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B1535ED-25A0-451A-B9A5-E60E0E16E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645604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B30DC2-26A0-F33D-51FB-1764898C2CFF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316821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688D-DE36-2412-6201-E72EAB0F6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80BCB8-5A93-7AA9-A469-A2EA6DC2B29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A16BB6-C528-2B0C-FC3C-F2B9CABA7D55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gradFill>
            <a:gsLst>
              <a:gs pos="10000">
                <a:schemeClr val="accent2">
                  <a:lumMod val="20000"/>
                  <a:lumOff val="80000"/>
                </a:schemeClr>
              </a:gs>
              <a:gs pos="41000">
                <a:schemeClr val="accent2">
                  <a:lumMod val="40000"/>
                  <a:lumOff val="60000"/>
                </a:schemeClr>
              </a:gs>
              <a:gs pos="71000">
                <a:srgbClr val="FCEAF7"/>
              </a:gs>
              <a:gs pos="100000">
                <a:srgbClr val="F9D9F0"/>
              </a:gs>
            </a:gsLst>
            <a:lin ang="5400000" scaled="1"/>
          </a:gra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E45AC4A-D7E8-7FB5-E64F-9BA9260F0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176446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1BA72A-5598-BD76-E6F1-7430580AB714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4271532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79561C-8ABA-CB00-02EF-3D61A8196233}"/>
              </a:ext>
            </a:extLst>
          </p:cNvPr>
          <p:cNvSpPr/>
          <p:nvPr/>
        </p:nvSpPr>
        <p:spPr>
          <a:xfrm>
            <a:off x="-9236" y="0"/>
            <a:ext cx="12247418" cy="2968602"/>
          </a:xfrm>
          <a:prstGeom prst="rect">
            <a:avLst/>
          </a:prstGeom>
          <a:gradFill>
            <a:gsLst>
              <a:gs pos="0">
                <a:srgbClr val="FCEAF7"/>
              </a:gs>
              <a:gs pos="24000">
                <a:srgbClr val="F9D9F0"/>
              </a:gs>
              <a:gs pos="7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7CB8F-4524-392C-3550-0EAD6A4A7291}"/>
              </a:ext>
            </a:extLst>
          </p:cNvPr>
          <p:cNvSpPr/>
          <p:nvPr/>
        </p:nvSpPr>
        <p:spPr>
          <a:xfrm>
            <a:off x="-9236" y="2733694"/>
            <a:ext cx="12238181" cy="878097"/>
          </a:xfrm>
          <a:custGeom>
            <a:avLst/>
            <a:gdLst>
              <a:gd name="connsiteX0" fmla="*/ 0 w 12238181"/>
              <a:gd name="connsiteY0" fmla="*/ 425142 h 878097"/>
              <a:gd name="connsiteX1" fmla="*/ 1533236 w 12238181"/>
              <a:gd name="connsiteY1" fmla="*/ 270 h 878097"/>
              <a:gd name="connsiteX2" fmla="*/ 4294909 w 12238181"/>
              <a:gd name="connsiteY2" fmla="*/ 360488 h 878097"/>
              <a:gd name="connsiteX3" fmla="*/ 7564581 w 12238181"/>
              <a:gd name="connsiteY3" fmla="*/ 342015 h 878097"/>
              <a:gd name="connsiteX4" fmla="*/ 10400145 w 12238181"/>
              <a:gd name="connsiteY4" fmla="*/ 877724 h 878097"/>
              <a:gd name="connsiteX5" fmla="*/ 12238181 w 12238181"/>
              <a:gd name="connsiteY5" fmla="*/ 249651 h 87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8181" h="878097">
                <a:moveTo>
                  <a:pt x="0" y="425142"/>
                </a:moveTo>
                <a:cubicBezTo>
                  <a:pt x="408709" y="218094"/>
                  <a:pt x="817418" y="11046"/>
                  <a:pt x="1533236" y="270"/>
                </a:cubicBezTo>
                <a:cubicBezTo>
                  <a:pt x="2249054" y="-10506"/>
                  <a:pt x="3289685" y="303530"/>
                  <a:pt x="4294909" y="360488"/>
                </a:cubicBezTo>
                <a:cubicBezTo>
                  <a:pt x="5300133" y="417446"/>
                  <a:pt x="6547042" y="255809"/>
                  <a:pt x="7564581" y="342015"/>
                </a:cubicBezTo>
                <a:cubicBezTo>
                  <a:pt x="8582120" y="428221"/>
                  <a:pt x="9621212" y="893118"/>
                  <a:pt x="10400145" y="877724"/>
                </a:cubicBezTo>
                <a:cubicBezTo>
                  <a:pt x="11179078" y="862330"/>
                  <a:pt x="11856411" y="351251"/>
                  <a:pt x="12238181" y="249651"/>
                </a:cubicBezTo>
              </a:path>
            </a:pathLst>
          </a:custGeom>
          <a:noFill/>
          <a:ln>
            <a:solidFill>
              <a:srgbClr val="B9F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C6C4D-CAB7-5921-2EA3-30D529859237}"/>
              </a:ext>
            </a:extLst>
          </p:cNvPr>
          <p:cNvSpPr/>
          <p:nvPr/>
        </p:nvSpPr>
        <p:spPr>
          <a:xfrm>
            <a:off x="0" y="3897744"/>
            <a:ext cx="12192000" cy="2960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BF4C-F2A4-2C99-2F34-D4D3E803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60345"/>
              </p:ext>
            </p:extLst>
          </p:nvPr>
        </p:nvGraphicFramePr>
        <p:xfrm>
          <a:off x="0" y="2804219"/>
          <a:ext cx="12192000" cy="109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5929963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73312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07241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256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438893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6523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1915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607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14991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84800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888061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721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961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893344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381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4739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18694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2404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38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97212746"/>
                    </a:ext>
                  </a:extLst>
                </a:gridCol>
              </a:tblGrid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915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50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21117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851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56602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18BA9F-C01E-23A5-5706-2DFF83FDA46C}"/>
              </a:ext>
            </a:extLst>
          </p:cNvPr>
          <p:cNvSpPr/>
          <p:nvPr/>
        </p:nvSpPr>
        <p:spPr>
          <a:xfrm>
            <a:off x="0" y="1246909"/>
            <a:ext cx="12256655" cy="1721693"/>
          </a:xfrm>
          <a:custGeom>
            <a:avLst/>
            <a:gdLst>
              <a:gd name="connsiteX0" fmla="*/ 0 w 12256655"/>
              <a:gd name="connsiteY0" fmla="*/ 1866468 h 2401291"/>
              <a:gd name="connsiteX1" fmla="*/ 1154545 w 12256655"/>
              <a:gd name="connsiteY1" fmla="*/ 1109087 h 2401291"/>
              <a:gd name="connsiteX2" fmla="*/ 2198255 w 12256655"/>
              <a:gd name="connsiteY2" fmla="*/ 1700214 h 2401291"/>
              <a:gd name="connsiteX3" fmla="*/ 2770909 w 12256655"/>
              <a:gd name="connsiteY3" fmla="*/ 1487778 h 2401291"/>
              <a:gd name="connsiteX4" fmla="*/ 3639127 w 12256655"/>
              <a:gd name="connsiteY4" fmla="*/ 2023487 h 2401291"/>
              <a:gd name="connsiteX5" fmla="*/ 4350327 w 12256655"/>
              <a:gd name="connsiteY5" fmla="*/ 1044432 h 2401291"/>
              <a:gd name="connsiteX6" fmla="*/ 4701309 w 12256655"/>
              <a:gd name="connsiteY6" fmla="*/ 1099850 h 2401291"/>
              <a:gd name="connsiteX7" fmla="*/ 5218545 w 12256655"/>
              <a:gd name="connsiteY7" fmla="*/ 739632 h 2401291"/>
              <a:gd name="connsiteX8" fmla="*/ 5892800 w 12256655"/>
              <a:gd name="connsiteY8" fmla="*/ 841232 h 2401291"/>
              <a:gd name="connsiteX9" fmla="*/ 6733309 w 12256655"/>
              <a:gd name="connsiteY9" fmla="*/ 37668 h 2401291"/>
              <a:gd name="connsiteX10" fmla="*/ 7112000 w 12256655"/>
              <a:gd name="connsiteY10" fmla="*/ 203923 h 2401291"/>
              <a:gd name="connsiteX11" fmla="*/ 7435273 w 12256655"/>
              <a:gd name="connsiteY11" fmla="*/ 841232 h 2401291"/>
              <a:gd name="connsiteX12" fmla="*/ 8515927 w 12256655"/>
              <a:gd name="connsiteY12" fmla="*/ 1561668 h 2401291"/>
              <a:gd name="connsiteX13" fmla="*/ 9310255 w 12256655"/>
              <a:gd name="connsiteY13" fmla="*/ 2392941 h 2401291"/>
              <a:gd name="connsiteX14" fmla="*/ 10649527 w 12256655"/>
              <a:gd name="connsiteY14" fmla="*/ 1949596 h 2401291"/>
              <a:gd name="connsiteX15" fmla="*/ 11342255 w 12256655"/>
              <a:gd name="connsiteY15" fmla="*/ 1303050 h 2401291"/>
              <a:gd name="connsiteX16" fmla="*/ 12256655 w 12256655"/>
              <a:gd name="connsiteY16" fmla="*/ 1533959 h 240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56655" h="2401291">
                <a:moveTo>
                  <a:pt x="0" y="1866468"/>
                </a:moveTo>
                <a:cubicBezTo>
                  <a:pt x="394084" y="1501632"/>
                  <a:pt x="788169" y="1136796"/>
                  <a:pt x="1154545" y="1109087"/>
                </a:cubicBezTo>
                <a:cubicBezTo>
                  <a:pt x="1520921" y="1081378"/>
                  <a:pt x="1928861" y="1637099"/>
                  <a:pt x="2198255" y="1700214"/>
                </a:cubicBezTo>
                <a:cubicBezTo>
                  <a:pt x="2467649" y="1763329"/>
                  <a:pt x="2530764" y="1433899"/>
                  <a:pt x="2770909" y="1487778"/>
                </a:cubicBezTo>
                <a:cubicBezTo>
                  <a:pt x="3011054" y="1541657"/>
                  <a:pt x="3375891" y="2097378"/>
                  <a:pt x="3639127" y="2023487"/>
                </a:cubicBezTo>
                <a:cubicBezTo>
                  <a:pt x="3902363" y="1949596"/>
                  <a:pt x="4173297" y="1198371"/>
                  <a:pt x="4350327" y="1044432"/>
                </a:cubicBezTo>
                <a:cubicBezTo>
                  <a:pt x="4527357" y="890493"/>
                  <a:pt x="4556606" y="1150650"/>
                  <a:pt x="4701309" y="1099850"/>
                </a:cubicBezTo>
                <a:cubicBezTo>
                  <a:pt x="4846012" y="1049050"/>
                  <a:pt x="5019963" y="782735"/>
                  <a:pt x="5218545" y="739632"/>
                </a:cubicBezTo>
                <a:cubicBezTo>
                  <a:pt x="5417127" y="696529"/>
                  <a:pt x="5640339" y="958226"/>
                  <a:pt x="5892800" y="841232"/>
                </a:cubicBezTo>
                <a:cubicBezTo>
                  <a:pt x="6145261" y="724238"/>
                  <a:pt x="6530109" y="143886"/>
                  <a:pt x="6733309" y="37668"/>
                </a:cubicBezTo>
                <a:cubicBezTo>
                  <a:pt x="6936509" y="-68550"/>
                  <a:pt x="6995006" y="69996"/>
                  <a:pt x="7112000" y="203923"/>
                </a:cubicBezTo>
                <a:cubicBezTo>
                  <a:pt x="7228994" y="337850"/>
                  <a:pt x="7201285" y="614941"/>
                  <a:pt x="7435273" y="841232"/>
                </a:cubicBezTo>
                <a:cubicBezTo>
                  <a:pt x="7669261" y="1067523"/>
                  <a:pt x="8203430" y="1303050"/>
                  <a:pt x="8515927" y="1561668"/>
                </a:cubicBezTo>
                <a:cubicBezTo>
                  <a:pt x="8828424" y="1820286"/>
                  <a:pt x="8954655" y="2328286"/>
                  <a:pt x="9310255" y="2392941"/>
                </a:cubicBezTo>
                <a:cubicBezTo>
                  <a:pt x="9665855" y="2457596"/>
                  <a:pt x="10310860" y="2131244"/>
                  <a:pt x="10649527" y="1949596"/>
                </a:cubicBezTo>
                <a:cubicBezTo>
                  <a:pt x="10988194" y="1767948"/>
                  <a:pt x="11074400" y="1372323"/>
                  <a:pt x="11342255" y="1303050"/>
                </a:cubicBezTo>
                <a:cubicBezTo>
                  <a:pt x="11610110" y="1233777"/>
                  <a:pt x="12071928" y="1461608"/>
                  <a:pt x="12256655" y="1533959"/>
                </a:cubicBezTo>
              </a:path>
            </a:pathLst>
          </a:custGeom>
          <a:noFill/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14:cNvPr>
              <p14:cNvContentPartPr/>
              <p14:nvPr/>
            </p14:nvContentPartPr>
            <p14:xfrm>
              <a:off x="6410310" y="1281004"/>
              <a:ext cx="312480" cy="214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310" y="1263004"/>
                <a:ext cx="348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14:cNvPr>
              <p14:cNvContentPartPr/>
              <p14:nvPr/>
            </p14:nvContentPartPr>
            <p14:xfrm>
              <a:off x="6736470" y="1239964"/>
              <a:ext cx="442800" cy="24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8470" y="1222324"/>
                <a:ext cx="478440" cy="284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1464B-DC2B-9187-D05D-636BE782BB30}"/>
              </a:ext>
            </a:extLst>
          </p:cNvPr>
          <p:cNvSpPr/>
          <p:nvPr/>
        </p:nvSpPr>
        <p:spPr>
          <a:xfrm>
            <a:off x="6403181" y="1426343"/>
            <a:ext cx="778669" cy="73845"/>
          </a:xfrm>
          <a:custGeom>
            <a:avLst/>
            <a:gdLst>
              <a:gd name="connsiteX0" fmla="*/ 0 w 778669"/>
              <a:gd name="connsiteY0" fmla="*/ 71463 h 73845"/>
              <a:gd name="connsiteX1" fmla="*/ 216694 w 778669"/>
              <a:gd name="connsiteY1" fmla="*/ 14313 h 73845"/>
              <a:gd name="connsiteX2" fmla="*/ 311944 w 778669"/>
              <a:gd name="connsiteY2" fmla="*/ 40507 h 73845"/>
              <a:gd name="connsiteX3" fmla="*/ 485775 w 778669"/>
              <a:gd name="connsiteY3" fmla="*/ 26 h 73845"/>
              <a:gd name="connsiteX4" fmla="*/ 576263 w 778669"/>
              <a:gd name="connsiteY4" fmla="*/ 47651 h 73845"/>
              <a:gd name="connsiteX5" fmla="*/ 711994 w 778669"/>
              <a:gd name="connsiteY5" fmla="*/ 4788 h 73845"/>
              <a:gd name="connsiteX6" fmla="*/ 778669 w 778669"/>
              <a:gd name="connsiteY6" fmla="*/ 73845 h 7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669" h="73845">
                <a:moveTo>
                  <a:pt x="0" y="71463"/>
                </a:moveTo>
                <a:cubicBezTo>
                  <a:pt x="82351" y="45467"/>
                  <a:pt x="164703" y="19472"/>
                  <a:pt x="216694" y="14313"/>
                </a:cubicBezTo>
                <a:cubicBezTo>
                  <a:pt x="268685" y="9154"/>
                  <a:pt x="267097" y="42888"/>
                  <a:pt x="311944" y="40507"/>
                </a:cubicBezTo>
                <a:cubicBezTo>
                  <a:pt x="356791" y="38126"/>
                  <a:pt x="441722" y="-1165"/>
                  <a:pt x="485775" y="26"/>
                </a:cubicBezTo>
                <a:cubicBezTo>
                  <a:pt x="529828" y="1217"/>
                  <a:pt x="538560" y="46857"/>
                  <a:pt x="576263" y="47651"/>
                </a:cubicBezTo>
                <a:cubicBezTo>
                  <a:pt x="613966" y="48445"/>
                  <a:pt x="678260" y="422"/>
                  <a:pt x="711994" y="4788"/>
                </a:cubicBezTo>
                <a:cubicBezTo>
                  <a:pt x="745728" y="9154"/>
                  <a:pt x="765969" y="64320"/>
                  <a:pt x="778669" y="7384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14:cNvPr>
              <p14:cNvContentPartPr/>
              <p14:nvPr/>
            </p14:nvContentPartPr>
            <p14:xfrm>
              <a:off x="6714870" y="1311964"/>
              <a:ext cx="264600" cy="40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6870" y="1293964"/>
                <a:ext cx="300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14:cNvPr>
              <p14:cNvContentPartPr/>
              <p14:nvPr/>
            </p14:nvContentPartPr>
            <p14:xfrm>
              <a:off x="6641070" y="1356964"/>
              <a:ext cx="298440" cy="52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070" y="1338964"/>
                <a:ext cx="3340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F1E2-4451-F1A9-1D08-DF36FFC30006}"/>
              </a:ext>
            </a:extLst>
          </p:cNvPr>
          <p:cNvGrpSpPr/>
          <p:nvPr/>
        </p:nvGrpSpPr>
        <p:grpSpPr>
          <a:xfrm>
            <a:off x="6526950" y="1271644"/>
            <a:ext cx="564840" cy="174240"/>
            <a:chOff x="6526950" y="1271644"/>
            <a:chExt cx="564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14:cNvPr>
                <p14:cNvContentPartPr/>
                <p14:nvPr/>
              </p14:nvContentPartPr>
              <p14:xfrm>
                <a:off x="6526950" y="1347604"/>
                <a:ext cx="2160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8950" y="1329964"/>
                  <a:ext cx="251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14:cNvPr>
                <p14:cNvContentPartPr/>
                <p14:nvPr/>
              </p14:nvContentPartPr>
              <p14:xfrm>
                <a:off x="6707670" y="1271644"/>
                <a:ext cx="19008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0030" y="1254004"/>
                  <a:ext cx="22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14:cNvPr>
                <p14:cNvContentPartPr/>
                <p14:nvPr/>
              </p14:nvContentPartPr>
              <p14:xfrm>
                <a:off x="6767430" y="1289284"/>
                <a:ext cx="176400" cy="3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9430" y="1271644"/>
                  <a:ext cx="21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14:cNvPr>
                <p14:cNvContentPartPr/>
                <p14:nvPr/>
              </p14:nvContentPartPr>
              <p14:xfrm>
                <a:off x="6605430" y="1414924"/>
                <a:ext cx="32400" cy="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87430" y="1397284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14:cNvPr>
                <p14:cNvContentPartPr/>
                <p14:nvPr/>
              </p14:nvContentPartPr>
              <p14:xfrm>
                <a:off x="6669870" y="1411684"/>
                <a:ext cx="205200" cy="2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1870" y="1394044"/>
                  <a:ext cx="240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14:cNvPr>
                <p14:cNvContentPartPr/>
                <p14:nvPr/>
              </p14:nvContentPartPr>
              <p14:xfrm>
                <a:off x="6872190" y="1398724"/>
                <a:ext cx="8532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4190" y="1380724"/>
                  <a:ext cx="12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14:cNvPr>
                <p14:cNvContentPartPr/>
                <p14:nvPr/>
              </p14:nvContentPartPr>
              <p14:xfrm>
                <a:off x="6969750" y="1421404"/>
                <a:ext cx="122040" cy="2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1750" y="1403404"/>
                  <a:ext cx="15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14:cNvPr>
                <p14:cNvContentPartPr/>
                <p14:nvPr/>
              </p14:nvContentPartPr>
              <p14:xfrm>
                <a:off x="6969750" y="1389004"/>
                <a:ext cx="9936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1750" y="1371004"/>
                  <a:ext cx="13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14:cNvPr>
                <p14:cNvContentPartPr/>
                <p14:nvPr/>
              </p14:nvContentPartPr>
              <p14:xfrm>
                <a:off x="6936270" y="1377124"/>
                <a:ext cx="7884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8630" y="1359124"/>
                  <a:ext cx="11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14:cNvPr>
                <p14:cNvContentPartPr/>
                <p14:nvPr/>
              </p14:nvContentPartPr>
              <p14:xfrm>
                <a:off x="6967230" y="1341124"/>
                <a:ext cx="6660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9590" y="1323484"/>
                  <a:ext cx="10224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10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0AC449-F298-B2A4-85FA-8995442F5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2E7-45B4-9E4F-011E-66D12A3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901EAE-1406-25AE-DE21-888455B00D2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2C0AF-AE22-C313-5955-0F8E98A0771A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DC6FC-C90E-EAB4-70B0-2E97C4B679F7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9657A-524B-8111-2266-8C37E588003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FCFC74-A70B-6C26-4D77-9C1741AA03BB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AA06B8-FDB8-2117-DE4F-1D000E3C9629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008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1A1B-587D-953C-E8A7-3B35F154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0743FF-6DD7-548C-7FCD-30112CFB2DE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DEEFF6-F662-0CC1-FC50-D3BD8E5695EC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E1FB9E-48E5-DBD6-A9E5-69D8422FD03E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C84DBB-F08D-30E7-8594-4C3AFD70C52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5FCFCF-5E3F-AF32-D300-590FCBE3CF20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CF5F16-0FAC-CFAD-7EFC-903780309DA0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18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C9F2-47E1-42A7-8F74-B7DA3FC7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61504DC-CF8F-338A-7629-784239D0482C}"/>
              </a:ext>
            </a:extLst>
          </p:cNvPr>
          <p:cNvGrpSpPr/>
          <p:nvPr/>
        </p:nvGrpSpPr>
        <p:grpSpPr>
          <a:xfrm>
            <a:off x="3952737" y="943917"/>
            <a:ext cx="4538314" cy="4135284"/>
            <a:chOff x="3958117" y="948405"/>
            <a:chExt cx="4538314" cy="413528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69BF1D-52C3-25FC-1BBF-27741A647D47}"/>
                </a:ext>
              </a:extLst>
            </p:cNvPr>
            <p:cNvSpPr/>
            <p:nvPr/>
          </p:nvSpPr>
          <p:spPr>
            <a:xfrm rot="2311774">
              <a:off x="5764453" y="2682581"/>
              <a:ext cx="1322877" cy="2401108"/>
            </a:xfrm>
            <a:prstGeom prst="ellipse">
              <a:avLst/>
            </a:prstGeom>
            <a:solidFill>
              <a:srgbClr val="15EBE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6985402-11B5-5602-05E6-0E7B6B782714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15EBE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53D605-69FC-7FE1-E003-191F6F148241}"/>
                </a:ext>
              </a:extLst>
            </p:cNvPr>
            <p:cNvSpPr/>
            <p:nvPr/>
          </p:nvSpPr>
          <p:spPr>
            <a:xfrm>
              <a:off x="4459224" y="3986784"/>
              <a:ext cx="3273552" cy="603504"/>
            </a:xfrm>
            <a:prstGeom prst="roundRec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1C0A52C-EDCD-F1D4-14B9-2BD6BCA6B98D}"/>
                </a:ext>
              </a:extLst>
            </p:cNvPr>
            <p:cNvSpPr/>
            <p:nvPr/>
          </p:nvSpPr>
          <p:spPr>
            <a:xfrm rot="2311774">
              <a:off x="3958117" y="3300984"/>
              <a:ext cx="533400" cy="1691640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075ADF-DF52-FE58-319B-C5E46D4431F3}"/>
                </a:ext>
              </a:extLst>
            </p:cNvPr>
            <p:cNvSpPr/>
            <p:nvPr/>
          </p:nvSpPr>
          <p:spPr>
            <a:xfrm>
              <a:off x="5925312" y="1124712"/>
              <a:ext cx="2185416" cy="2048256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D9AC8EB-644A-A58A-A475-612676716F99}"/>
                </a:ext>
              </a:extLst>
            </p:cNvPr>
            <p:cNvSpPr/>
            <p:nvPr/>
          </p:nvSpPr>
          <p:spPr>
            <a:xfrm rot="1782648">
              <a:off x="5437803" y="1198039"/>
              <a:ext cx="3006406" cy="420624"/>
            </a:xfrm>
            <a:prstGeom prst="roundRect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235A99-F351-2E66-7829-790C9CB14455}"/>
                </a:ext>
              </a:extLst>
            </p:cNvPr>
            <p:cNvGrpSpPr/>
            <p:nvPr/>
          </p:nvGrpSpPr>
          <p:grpSpPr>
            <a:xfrm>
              <a:off x="4459224" y="3986784"/>
              <a:ext cx="3273552" cy="603504"/>
              <a:chOff x="4459224" y="3986784"/>
              <a:chExt cx="3273552" cy="60350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7A49D4D-45B1-2B81-F36B-41EADBEDE92C}"/>
                  </a:ext>
                </a:extLst>
              </p:cNvPr>
              <p:cNvSpPr/>
              <p:nvPr/>
            </p:nvSpPr>
            <p:spPr>
              <a:xfrm>
                <a:off x="4459224" y="3986784"/>
                <a:ext cx="3273552" cy="60350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91CF73-225E-5EDD-5D8B-641F2F0A620E}"/>
                  </a:ext>
                </a:extLst>
              </p:cNvPr>
              <p:cNvSpPr/>
              <p:nvPr/>
            </p:nvSpPr>
            <p:spPr>
              <a:xfrm>
                <a:off x="5084064" y="4005452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C5EA6F-7282-9154-A31D-FC12669053F3}"/>
                  </a:ext>
                </a:extLst>
              </p:cNvPr>
              <p:cNvSpPr/>
              <p:nvPr/>
            </p:nvSpPr>
            <p:spPr>
              <a:xfrm>
                <a:off x="6457103" y="4004136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174CDB-2B01-DBAA-65A0-700D0A436C13}"/>
                </a:ext>
              </a:extLst>
            </p:cNvPr>
            <p:cNvSpPr/>
            <p:nvPr/>
          </p:nvSpPr>
          <p:spPr>
            <a:xfrm rot="1563314">
              <a:off x="6521327" y="948405"/>
              <a:ext cx="1975104" cy="891550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A14FC4-BE20-5CBB-1B98-AA30B6BF2DDB}"/>
                </a:ext>
              </a:extLst>
            </p:cNvPr>
            <p:cNvSpPr/>
            <p:nvPr/>
          </p:nvSpPr>
          <p:spPr>
            <a:xfrm rot="1875076">
              <a:off x="6159190" y="3086972"/>
              <a:ext cx="533400" cy="1691640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11126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0E0-70F4-C758-778C-76DBB68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1B1C92-1D32-96D7-FB27-ACEAC8A9CAF6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81D3CD-EDFB-B214-5F83-956D0977C60B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A1699-3421-BCBE-7178-41E599ABDA64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682E8-A2CB-0C9B-5346-3192523C5C53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843B04-EFBC-86B9-A8CD-D09DAFF37C99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1D2766-F9C1-AFEA-3FDE-AB33CE1EAD38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6B5A1-3BE1-80BD-42CC-14FC68F7131D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5738D-7E79-134C-C8A3-B5397289D25B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20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690D-2E9A-D2FC-5E14-A2484C9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C6D58-4C31-65CE-145A-CEAF308B648D}"/>
              </a:ext>
            </a:extLst>
          </p:cNvPr>
          <p:cNvGrpSpPr/>
          <p:nvPr/>
        </p:nvGrpSpPr>
        <p:grpSpPr>
          <a:xfrm>
            <a:off x="4455100" y="1174843"/>
            <a:ext cx="3679359" cy="4985386"/>
            <a:chOff x="4458038" y="1199729"/>
            <a:chExt cx="3679359" cy="49853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9224691-2AF1-84AE-55BB-9816BED76BCD}"/>
                </a:ext>
              </a:extLst>
            </p:cNvPr>
            <p:cNvSpPr/>
            <p:nvPr/>
          </p:nvSpPr>
          <p:spPr>
            <a:xfrm rot="20118178">
              <a:off x="5434562" y="2908051"/>
              <a:ext cx="1322877" cy="2401108"/>
            </a:xfrm>
            <a:prstGeom prst="ellipse">
              <a:avLst/>
            </a:prstGeom>
            <a:solidFill>
              <a:srgbClr val="F9D9F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DC4E29C-284A-6931-94C8-174475A48B13}"/>
                </a:ext>
              </a:extLst>
            </p:cNvPr>
            <p:cNvSpPr/>
            <p:nvPr/>
          </p:nvSpPr>
          <p:spPr>
            <a:xfrm>
              <a:off x="4459224" y="3986784"/>
              <a:ext cx="3273552" cy="603504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9B2CF6-7373-8CD5-C2B5-C463496E37B3}"/>
                </a:ext>
              </a:extLst>
            </p:cNvPr>
            <p:cNvSpPr/>
            <p:nvPr/>
          </p:nvSpPr>
          <p:spPr>
            <a:xfrm>
              <a:off x="4458038" y="1199729"/>
              <a:ext cx="2185416" cy="2048256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496822-12D9-CFE7-8190-143EF2B4B221}"/>
                </a:ext>
              </a:extLst>
            </p:cNvPr>
            <p:cNvSpPr/>
            <p:nvPr/>
          </p:nvSpPr>
          <p:spPr>
            <a:xfrm rot="8174236">
              <a:off x="6587271" y="4612964"/>
              <a:ext cx="606217" cy="1346174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1A7DAA5-66F2-3815-7BD7-5A07E74E877D}"/>
                </a:ext>
              </a:extLst>
            </p:cNvPr>
            <p:cNvSpPr/>
            <p:nvPr/>
          </p:nvSpPr>
          <p:spPr>
            <a:xfrm rot="18651192">
              <a:off x="7308144" y="5355862"/>
              <a:ext cx="533400" cy="1125106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D0DEA1-F222-D487-6BA7-290CC0CC89FC}"/>
                </a:ext>
              </a:extLst>
            </p:cNvPr>
            <p:cNvGrpSpPr/>
            <p:nvPr/>
          </p:nvGrpSpPr>
          <p:grpSpPr>
            <a:xfrm>
              <a:off x="4458038" y="4006404"/>
              <a:ext cx="3273552" cy="603504"/>
              <a:chOff x="4459224" y="3986784"/>
              <a:chExt cx="3273552" cy="60350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91BBB02B-2811-02B2-77FB-2AF3A1EC8C15}"/>
                  </a:ext>
                </a:extLst>
              </p:cNvPr>
              <p:cNvSpPr/>
              <p:nvPr/>
            </p:nvSpPr>
            <p:spPr>
              <a:xfrm>
                <a:off x="4459224" y="3986784"/>
                <a:ext cx="3273552" cy="60350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8DEF04-92C8-8CA3-188B-E8B23108DEE5}"/>
                  </a:ext>
                </a:extLst>
              </p:cNvPr>
              <p:cNvSpPr/>
              <p:nvPr/>
            </p:nvSpPr>
            <p:spPr>
              <a:xfrm>
                <a:off x="5084064" y="4005452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289236-215E-D9F9-53C8-7688D49C2215}"/>
                  </a:ext>
                </a:extLst>
              </p:cNvPr>
              <p:cNvSpPr/>
              <p:nvPr/>
            </p:nvSpPr>
            <p:spPr>
              <a:xfrm>
                <a:off x="6457103" y="4004136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C92B43-C54D-B5EB-60C7-6FAF076CA22C}"/>
                </a:ext>
              </a:extLst>
            </p:cNvPr>
            <p:cNvSpPr/>
            <p:nvPr/>
          </p:nvSpPr>
          <p:spPr>
            <a:xfrm rot="1875076">
              <a:off x="5259993" y="3149866"/>
              <a:ext cx="533400" cy="1492034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5918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E17A-958B-443F-9F78-808DD327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694F2-A87A-5629-A942-2377728ECB48}"/>
              </a:ext>
            </a:extLst>
          </p:cNvPr>
          <p:cNvSpPr/>
          <p:nvPr/>
        </p:nvSpPr>
        <p:spPr>
          <a:xfrm rot="1548969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104C63-96DD-E0AA-2D34-69467D7170B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7C28E-C87E-37B0-1894-139CEBD06879}"/>
              </a:ext>
            </a:extLst>
          </p:cNvPr>
          <p:cNvSpPr/>
          <p:nvPr/>
        </p:nvSpPr>
        <p:spPr>
          <a:xfrm>
            <a:off x="5577430" y="1211268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F2A656-592E-20BD-E5A6-326BF530FBF7}"/>
              </a:ext>
            </a:extLst>
          </p:cNvPr>
          <p:cNvSpPr/>
          <p:nvPr/>
        </p:nvSpPr>
        <p:spPr>
          <a:xfrm rot="12547778">
            <a:off x="5080787" y="479605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A0EC21-FCF3-A8C7-B5EF-494D10413EC8}"/>
              </a:ext>
            </a:extLst>
          </p:cNvPr>
          <p:cNvSpPr/>
          <p:nvPr/>
        </p:nvSpPr>
        <p:spPr>
          <a:xfrm rot="18651192">
            <a:off x="5259764" y="5642093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F1880-3B0F-A6B3-36BA-6FC2986381A9}"/>
              </a:ext>
            </a:extLst>
          </p:cNvPr>
          <p:cNvSpPr/>
          <p:nvPr/>
        </p:nvSpPr>
        <p:spPr>
          <a:xfrm rot="8035211">
            <a:off x="5607572" y="2318825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F26CE-BAF7-1B1D-87D8-F85FDA04723F}"/>
              </a:ext>
            </a:extLst>
          </p:cNvPr>
          <p:cNvSpPr/>
          <p:nvPr/>
        </p:nvSpPr>
        <p:spPr>
          <a:xfrm>
            <a:off x="5874272" y="1913491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34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6FA0-0A75-8061-DE45-AF693969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208A276-AEDA-1C78-2B61-2AE78279B34C}"/>
              </a:ext>
            </a:extLst>
          </p:cNvPr>
          <p:cNvSpPr/>
          <p:nvPr/>
        </p:nvSpPr>
        <p:spPr>
          <a:xfrm rot="18260708">
            <a:off x="6373135" y="3111513"/>
            <a:ext cx="533400" cy="1492034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EAB9A3-AE96-795C-CA2F-52A660CC2AB1}"/>
              </a:ext>
            </a:extLst>
          </p:cNvPr>
          <p:cNvSpPr/>
          <p:nvPr/>
        </p:nvSpPr>
        <p:spPr>
          <a:xfrm rot="9112926">
            <a:off x="6030558" y="4586783"/>
            <a:ext cx="606217" cy="1346174"/>
          </a:xfrm>
          <a:prstGeom prst="ellips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97686D-A9D7-CD64-ECBD-560888272CDE}"/>
              </a:ext>
            </a:extLst>
          </p:cNvPr>
          <p:cNvSpPr/>
          <p:nvPr/>
        </p:nvSpPr>
        <p:spPr>
          <a:xfrm>
            <a:off x="5423972" y="2881995"/>
            <a:ext cx="1322877" cy="2401108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9B5959-14D6-453B-32B6-26A172D741C1}"/>
              </a:ext>
            </a:extLst>
          </p:cNvPr>
          <p:cNvSpPr/>
          <p:nvPr/>
        </p:nvSpPr>
        <p:spPr>
          <a:xfrm>
            <a:off x="5016756" y="1134125"/>
            <a:ext cx="2185416" cy="2048256"/>
          </a:xfrm>
          <a:prstGeom prst="ellipse">
            <a:avLst/>
          </a:prstGeom>
          <a:solidFill>
            <a:srgbClr val="FEF5F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B2BFAC-040F-FC8C-2DD7-A720E43F685A}"/>
              </a:ext>
            </a:extLst>
          </p:cNvPr>
          <p:cNvSpPr/>
          <p:nvPr/>
        </p:nvSpPr>
        <p:spPr>
          <a:xfrm rot="12328088">
            <a:off x="5467470" y="4610017"/>
            <a:ext cx="606217" cy="1346174"/>
          </a:xfrm>
          <a:prstGeom prst="ellips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DF4EFE-08D7-CA51-A10B-182301FDBCFE}"/>
              </a:ext>
            </a:extLst>
          </p:cNvPr>
          <p:cNvSpPr/>
          <p:nvPr/>
        </p:nvSpPr>
        <p:spPr>
          <a:xfrm rot="3652591">
            <a:off x="5285465" y="3032427"/>
            <a:ext cx="533400" cy="1492034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15C067-1459-7B87-E95A-BB26B2C394D8}"/>
              </a:ext>
            </a:extLst>
          </p:cNvPr>
          <p:cNvGrpSpPr/>
          <p:nvPr/>
        </p:nvGrpSpPr>
        <p:grpSpPr>
          <a:xfrm>
            <a:off x="5125220" y="5532399"/>
            <a:ext cx="660115" cy="962773"/>
            <a:chOff x="5125220" y="5532399"/>
            <a:chExt cx="660115" cy="9627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0B1FE2-BDC7-B080-2F7D-0ADB40D023D0}"/>
                </a:ext>
              </a:extLst>
            </p:cNvPr>
            <p:cNvSpPr/>
            <p:nvPr/>
          </p:nvSpPr>
          <p:spPr>
            <a:xfrm rot="1378696">
              <a:off x="5251935" y="5532399"/>
              <a:ext cx="533400" cy="640128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7A847C-4D05-E969-2496-E0A44B2AD6CB}"/>
                </a:ext>
              </a:extLst>
            </p:cNvPr>
            <p:cNvSpPr/>
            <p:nvPr/>
          </p:nvSpPr>
          <p:spPr>
            <a:xfrm rot="1257206">
              <a:off x="5125220" y="5888223"/>
              <a:ext cx="518561" cy="606949"/>
            </a:xfrm>
            <a:prstGeom prst="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E2CB01-0B21-E4DA-DD7E-8FC8C1AA1A30}"/>
              </a:ext>
            </a:extLst>
          </p:cNvPr>
          <p:cNvSpPr/>
          <p:nvPr/>
        </p:nvSpPr>
        <p:spPr>
          <a:xfrm rot="939411">
            <a:off x="4936184" y="1390543"/>
            <a:ext cx="487789" cy="870364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BC0CE8-D6D8-E100-04AD-1E5B065159FC}"/>
              </a:ext>
            </a:extLst>
          </p:cNvPr>
          <p:cNvSpPr/>
          <p:nvPr/>
        </p:nvSpPr>
        <p:spPr>
          <a:xfrm>
            <a:off x="5309006" y="1825725"/>
            <a:ext cx="1893166" cy="16452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6A8D5-04DE-96DA-A4E4-53854DD9C9A9}"/>
              </a:ext>
            </a:extLst>
          </p:cNvPr>
          <p:cNvCxnSpPr/>
          <p:nvPr/>
        </p:nvCxnSpPr>
        <p:spPr>
          <a:xfrm>
            <a:off x="5121965" y="3730482"/>
            <a:ext cx="187041" cy="4306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A11922-8600-5C6D-AC9B-59C32D732C66}"/>
              </a:ext>
            </a:extLst>
          </p:cNvPr>
          <p:cNvCxnSpPr>
            <a:cxnSpLocks/>
          </p:cNvCxnSpPr>
          <p:nvPr/>
        </p:nvCxnSpPr>
        <p:spPr>
          <a:xfrm flipH="1">
            <a:off x="6806008" y="3847323"/>
            <a:ext cx="277432" cy="3925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F349192-562F-E4EC-E76C-565A1D41F742}"/>
              </a:ext>
            </a:extLst>
          </p:cNvPr>
          <p:cNvGrpSpPr/>
          <p:nvPr/>
        </p:nvGrpSpPr>
        <p:grpSpPr>
          <a:xfrm rot="18522600">
            <a:off x="6416792" y="5509178"/>
            <a:ext cx="660115" cy="962773"/>
            <a:chOff x="5125220" y="5532399"/>
            <a:chExt cx="660115" cy="96277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72EA91-946C-406A-122B-62A5C52DDE00}"/>
                </a:ext>
              </a:extLst>
            </p:cNvPr>
            <p:cNvSpPr/>
            <p:nvPr/>
          </p:nvSpPr>
          <p:spPr>
            <a:xfrm rot="1378696">
              <a:off x="5251935" y="5532399"/>
              <a:ext cx="533400" cy="640128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E0511C-0F42-4DBD-865B-61A46A1F9249}"/>
                </a:ext>
              </a:extLst>
            </p:cNvPr>
            <p:cNvSpPr/>
            <p:nvPr/>
          </p:nvSpPr>
          <p:spPr>
            <a:xfrm rot="1257206">
              <a:off x="5125220" y="5888223"/>
              <a:ext cx="518561" cy="606949"/>
            </a:xfrm>
            <a:prstGeom prst="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50079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32BD-6209-6EAF-6B80-CBCCEB2C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17DF55-DF42-F126-2617-94A00264FA0C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DA0FE-D9B6-1046-2C54-E103D324CA4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F23951-209D-5B94-B18E-848FF4A66E22}"/>
              </a:ext>
            </a:extLst>
          </p:cNvPr>
          <p:cNvSpPr/>
          <p:nvPr/>
        </p:nvSpPr>
        <p:spPr>
          <a:xfrm rot="13806308">
            <a:off x="5688577" y="2729023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804082-CB0E-CE1C-327F-83FD139EDA0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5278C0-182E-8374-6B4D-CB0C4C97079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78F5F-DD69-94FD-2E87-345B7D1C15E5}"/>
              </a:ext>
            </a:extLst>
          </p:cNvPr>
          <p:cNvSpPr/>
          <p:nvPr/>
        </p:nvSpPr>
        <p:spPr>
          <a:xfrm rot="9005476">
            <a:off x="4819881" y="2498000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DAAAA-AE97-FDDC-24CD-8530ECB1C843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FE1A58-0CAD-F5E6-25AA-DFD5F3FE2E87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BB22CC-AD7C-B746-9798-75E0C3A3FD8F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369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546-8772-AB32-E83A-7513E4BA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835E4A4-D68A-7D9D-4F52-50FD316D23C5}"/>
              </a:ext>
            </a:extLst>
          </p:cNvPr>
          <p:cNvGrpSpPr/>
          <p:nvPr/>
        </p:nvGrpSpPr>
        <p:grpSpPr>
          <a:xfrm>
            <a:off x="3142218" y="1853874"/>
            <a:ext cx="5907564" cy="3627323"/>
            <a:chOff x="3380070" y="1203671"/>
            <a:chExt cx="5907564" cy="3627323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730DA2C-78F1-643D-B30D-526E0595FD4C}"/>
                </a:ext>
              </a:extLst>
            </p:cNvPr>
            <p:cNvSpPr/>
            <p:nvPr/>
          </p:nvSpPr>
          <p:spPr>
            <a:xfrm rot="16977079">
              <a:off x="4543739" y="2538695"/>
              <a:ext cx="3273552" cy="603504"/>
            </a:xfrm>
            <a:prstGeom prst="roundRect">
              <a:avLst>
                <a:gd name="adj" fmla="val 50000"/>
              </a:avLst>
            </a:prstGeom>
            <a:solidFill>
              <a:srgbClr val="E452BA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AB22A39-1263-4F11-148F-DF7B048F3358}"/>
                </a:ext>
              </a:extLst>
            </p:cNvPr>
            <p:cNvSpPr/>
            <p:nvPr/>
          </p:nvSpPr>
          <p:spPr>
            <a:xfrm rot="16443769">
              <a:off x="5585538" y="2326568"/>
              <a:ext cx="1322877" cy="2401108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FB2620-019C-FB32-A7A3-692980461684}"/>
                </a:ext>
              </a:extLst>
            </p:cNvPr>
            <p:cNvSpPr/>
            <p:nvPr/>
          </p:nvSpPr>
          <p:spPr>
            <a:xfrm>
              <a:off x="3380070" y="1577664"/>
              <a:ext cx="2185416" cy="2048256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88E84F-08A2-EF91-FBCA-067DA0558BEF}"/>
                </a:ext>
              </a:extLst>
            </p:cNvPr>
            <p:cNvSpPr/>
            <p:nvPr/>
          </p:nvSpPr>
          <p:spPr>
            <a:xfrm rot="1875076">
              <a:off x="4735876" y="3196514"/>
              <a:ext cx="533400" cy="1492034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F2E6C38-7389-375E-4FE8-37694D5A1F34}"/>
                </a:ext>
              </a:extLst>
            </p:cNvPr>
            <p:cNvSpPr/>
            <p:nvPr/>
          </p:nvSpPr>
          <p:spPr>
            <a:xfrm>
              <a:off x="6639340" y="2935356"/>
              <a:ext cx="828261" cy="1225826"/>
            </a:xfrm>
            <a:custGeom>
              <a:avLst/>
              <a:gdLst>
                <a:gd name="connsiteX0" fmla="*/ 26505 w 828261"/>
                <a:gd name="connsiteY0" fmla="*/ 0 h 1225826"/>
                <a:gd name="connsiteX1" fmla="*/ 318052 w 828261"/>
                <a:gd name="connsiteY1" fmla="*/ 106017 h 1225826"/>
                <a:gd name="connsiteX2" fmla="*/ 642731 w 828261"/>
                <a:gd name="connsiteY2" fmla="*/ 278296 h 1225826"/>
                <a:gd name="connsiteX3" fmla="*/ 768626 w 828261"/>
                <a:gd name="connsiteY3" fmla="*/ 510209 h 1225826"/>
                <a:gd name="connsiteX4" fmla="*/ 815009 w 828261"/>
                <a:gd name="connsiteY4" fmla="*/ 629478 h 1225826"/>
                <a:gd name="connsiteX5" fmla="*/ 828261 w 828261"/>
                <a:gd name="connsiteY5" fmla="*/ 775252 h 1225826"/>
                <a:gd name="connsiteX6" fmla="*/ 801757 w 828261"/>
                <a:gd name="connsiteY6" fmla="*/ 868017 h 1225826"/>
                <a:gd name="connsiteX7" fmla="*/ 695739 w 828261"/>
                <a:gd name="connsiteY7" fmla="*/ 980661 h 1225826"/>
                <a:gd name="connsiteX8" fmla="*/ 549965 w 828261"/>
                <a:gd name="connsiteY8" fmla="*/ 1066800 h 1225826"/>
                <a:gd name="connsiteX9" fmla="*/ 265044 w 828261"/>
                <a:gd name="connsiteY9" fmla="*/ 1172817 h 1225826"/>
                <a:gd name="connsiteX10" fmla="*/ 0 w 828261"/>
                <a:gd name="connsiteY10" fmla="*/ 1225826 h 1225826"/>
                <a:gd name="connsiteX11" fmla="*/ 26505 w 828261"/>
                <a:gd name="connsiteY11" fmla="*/ 0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8261" h="1225826">
                  <a:moveTo>
                    <a:pt x="26505" y="0"/>
                  </a:moveTo>
                  <a:lnTo>
                    <a:pt x="318052" y="106017"/>
                  </a:lnTo>
                  <a:lnTo>
                    <a:pt x="642731" y="278296"/>
                  </a:lnTo>
                  <a:lnTo>
                    <a:pt x="768626" y="510209"/>
                  </a:lnTo>
                  <a:lnTo>
                    <a:pt x="815009" y="629478"/>
                  </a:lnTo>
                  <a:lnTo>
                    <a:pt x="828261" y="775252"/>
                  </a:lnTo>
                  <a:lnTo>
                    <a:pt x="801757" y="868017"/>
                  </a:lnTo>
                  <a:lnTo>
                    <a:pt x="695739" y="980661"/>
                  </a:lnTo>
                  <a:lnTo>
                    <a:pt x="549965" y="1066800"/>
                  </a:lnTo>
                  <a:lnTo>
                    <a:pt x="265044" y="1172817"/>
                  </a:lnTo>
                  <a:lnTo>
                    <a:pt x="0" y="1225826"/>
                  </a:lnTo>
                  <a:lnTo>
                    <a:pt x="26505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799402-7CFA-3D20-7AC5-B44FA8625A7F}"/>
                </a:ext>
              </a:extLst>
            </p:cNvPr>
            <p:cNvSpPr/>
            <p:nvPr/>
          </p:nvSpPr>
          <p:spPr>
            <a:xfrm>
              <a:off x="5380384" y="2869095"/>
              <a:ext cx="927652" cy="1232452"/>
            </a:xfrm>
            <a:custGeom>
              <a:avLst/>
              <a:gdLst>
                <a:gd name="connsiteX0" fmla="*/ 377687 w 927652"/>
                <a:gd name="connsiteY0" fmla="*/ 39757 h 1232452"/>
                <a:gd name="connsiteX1" fmla="*/ 0 w 927652"/>
                <a:gd name="connsiteY1" fmla="*/ 1033670 h 1232452"/>
                <a:gd name="connsiteX2" fmla="*/ 125895 w 927652"/>
                <a:gd name="connsiteY2" fmla="*/ 1146313 h 1232452"/>
                <a:gd name="connsiteX3" fmla="*/ 390939 w 927652"/>
                <a:gd name="connsiteY3" fmla="*/ 1225826 h 1232452"/>
                <a:gd name="connsiteX4" fmla="*/ 470452 w 927652"/>
                <a:gd name="connsiteY4" fmla="*/ 1232452 h 1232452"/>
                <a:gd name="connsiteX5" fmla="*/ 927652 w 927652"/>
                <a:gd name="connsiteY5" fmla="*/ 19878 h 1232452"/>
                <a:gd name="connsiteX6" fmla="*/ 728869 w 927652"/>
                <a:gd name="connsiteY6" fmla="*/ 0 h 1232452"/>
                <a:gd name="connsiteX7" fmla="*/ 569843 w 927652"/>
                <a:gd name="connsiteY7" fmla="*/ 13252 h 1232452"/>
                <a:gd name="connsiteX8" fmla="*/ 377687 w 927652"/>
                <a:gd name="connsiteY8" fmla="*/ 39757 h 123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7652" h="1232452">
                  <a:moveTo>
                    <a:pt x="377687" y="39757"/>
                  </a:moveTo>
                  <a:lnTo>
                    <a:pt x="0" y="1033670"/>
                  </a:lnTo>
                  <a:lnTo>
                    <a:pt x="125895" y="1146313"/>
                  </a:lnTo>
                  <a:lnTo>
                    <a:pt x="390939" y="1225826"/>
                  </a:lnTo>
                  <a:lnTo>
                    <a:pt x="470452" y="1232452"/>
                  </a:lnTo>
                  <a:lnTo>
                    <a:pt x="927652" y="19878"/>
                  </a:lnTo>
                  <a:lnTo>
                    <a:pt x="728869" y="0"/>
                  </a:lnTo>
                  <a:lnTo>
                    <a:pt x="569843" y="13252"/>
                  </a:lnTo>
                  <a:lnTo>
                    <a:pt x="377687" y="3975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30CD3B-0E46-89E9-551F-787D33256F1B}"/>
                </a:ext>
              </a:extLst>
            </p:cNvPr>
            <p:cNvSpPr/>
            <p:nvPr/>
          </p:nvSpPr>
          <p:spPr>
            <a:xfrm rot="18876817">
              <a:off x="5187968" y="2892466"/>
              <a:ext cx="3273552" cy="603504"/>
            </a:xfrm>
            <a:prstGeom prst="roundRect">
              <a:avLst>
                <a:gd name="adj" fmla="val 50000"/>
              </a:avLst>
            </a:prstGeom>
            <a:solidFill>
              <a:srgbClr val="E452BA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03D4106-AD09-4027-2FF9-A07ADB635690}"/>
                </a:ext>
              </a:extLst>
            </p:cNvPr>
            <p:cNvSpPr/>
            <p:nvPr/>
          </p:nvSpPr>
          <p:spPr>
            <a:xfrm rot="4950290">
              <a:off x="7530501" y="2952832"/>
              <a:ext cx="606217" cy="1346174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47262A3-982D-328E-8C83-CB97D907A70A}"/>
                </a:ext>
              </a:extLst>
            </p:cNvPr>
            <p:cNvSpPr/>
            <p:nvPr/>
          </p:nvSpPr>
          <p:spPr>
            <a:xfrm rot="14293247">
              <a:off x="8458381" y="2775903"/>
              <a:ext cx="533400" cy="1125106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477183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A030-D718-8C25-17A8-243EE81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B24516-434E-516F-5907-5188F03B1AB4}"/>
              </a:ext>
            </a:extLst>
          </p:cNvPr>
          <p:cNvSpPr/>
          <p:nvPr/>
        </p:nvSpPr>
        <p:spPr>
          <a:xfrm rot="18529284">
            <a:off x="4176601" y="2916088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D12ED-E45A-A984-37A2-EDF94716B086}"/>
              </a:ext>
            </a:extLst>
          </p:cNvPr>
          <p:cNvSpPr/>
          <p:nvPr/>
        </p:nvSpPr>
        <p:spPr>
          <a:xfrm rot="17995974">
            <a:off x="4912121" y="2664145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5358D6-4485-C0E0-3CB8-5529F3FEFC15}"/>
              </a:ext>
            </a:extLst>
          </p:cNvPr>
          <p:cNvSpPr/>
          <p:nvPr/>
        </p:nvSpPr>
        <p:spPr>
          <a:xfrm rot="20429022">
            <a:off x="4604439" y="347991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75E481-4FD5-F34F-E12C-FE3120F590A6}"/>
              </a:ext>
            </a:extLst>
          </p:cNvPr>
          <p:cNvSpPr/>
          <p:nvPr/>
        </p:nvSpPr>
        <p:spPr>
          <a:xfrm rot="1552205">
            <a:off x="3288204" y="1233833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8D55DE-253F-AA26-B956-3B75108C6896}"/>
              </a:ext>
            </a:extLst>
          </p:cNvPr>
          <p:cNvSpPr/>
          <p:nvPr/>
        </p:nvSpPr>
        <p:spPr>
          <a:xfrm rot="8426335">
            <a:off x="6403033" y="4197808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3A263-E2B3-5D59-C47E-3DFCCE68177A}"/>
              </a:ext>
            </a:extLst>
          </p:cNvPr>
          <p:cNvSpPr/>
          <p:nvPr/>
        </p:nvSpPr>
        <p:spPr>
          <a:xfrm rot="17835036">
            <a:off x="7101813" y="4872367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33CD75-9DAB-04AB-FC20-417E7281A273}"/>
              </a:ext>
            </a:extLst>
          </p:cNvPr>
          <p:cNvSpPr/>
          <p:nvPr/>
        </p:nvSpPr>
        <p:spPr>
          <a:xfrm rot="8731265">
            <a:off x="4259370" y="214427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D526A-3952-5DF8-9E3E-E0334F91BCAB}"/>
              </a:ext>
            </a:extLst>
          </p:cNvPr>
          <p:cNvSpPr/>
          <p:nvPr/>
        </p:nvSpPr>
        <p:spPr>
          <a:xfrm rot="1552205">
            <a:off x="3720793" y="1656446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654E5-B941-BA79-6611-02A3C9D2B552}"/>
              </a:ext>
            </a:extLst>
          </p:cNvPr>
          <p:cNvSpPr txBox="1"/>
          <p:nvPr/>
        </p:nvSpPr>
        <p:spPr>
          <a:xfrm>
            <a:off x="9323296" y="1389888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9531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572-269D-9C1A-16E1-8AE0AC15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FD49C7A-3C96-2430-279D-E2A50EC3CB6F}"/>
              </a:ext>
            </a:extLst>
          </p:cNvPr>
          <p:cNvGrpSpPr/>
          <p:nvPr/>
        </p:nvGrpSpPr>
        <p:grpSpPr>
          <a:xfrm>
            <a:off x="4486062" y="1865330"/>
            <a:ext cx="3219876" cy="4134510"/>
            <a:chOff x="3915628" y="1199729"/>
            <a:chExt cx="3219876" cy="413451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A7F91B1-5FC7-CAF4-B8F3-BD1DA9674558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B3CB4BC-2835-3383-82A2-BA28CCC4035B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D54FA99-0189-B68C-709D-BBF36EA09098}"/>
                </a:ext>
              </a:extLst>
            </p:cNvPr>
            <p:cNvSpPr/>
            <p:nvPr/>
          </p:nvSpPr>
          <p:spPr>
            <a:xfrm rot="9112926">
              <a:off x="5596144" y="3939120"/>
              <a:ext cx="606217" cy="134617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670BA5-4562-C2BE-6301-9F28EFD222D9}"/>
                </a:ext>
              </a:extLst>
            </p:cNvPr>
            <p:cNvSpPr/>
            <p:nvPr/>
          </p:nvSpPr>
          <p:spPr>
            <a:xfrm>
              <a:off x="4865254" y="2947599"/>
              <a:ext cx="1322877" cy="1492513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6F9410-133E-8D84-1407-AD956AB6BEA4}"/>
                </a:ext>
              </a:extLst>
            </p:cNvPr>
            <p:cNvSpPr/>
            <p:nvPr/>
          </p:nvSpPr>
          <p:spPr>
            <a:xfrm>
              <a:off x="4458038" y="1199729"/>
              <a:ext cx="2185416" cy="2048256"/>
            </a:xfrm>
            <a:prstGeom prst="ellipse">
              <a:avLst/>
            </a:prstGeom>
            <a:solidFill>
              <a:srgbClr val="F5F5D5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DF45A8-B8F9-58FB-2122-C8304252F265}"/>
                </a:ext>
              </a:extLst>
            </p:cNvPr>
            <p:cNvSpPr/>
            <p:nvPr/>
          </p:nvSpPr>
          <p:spPr>
            <a:xfrm rot="12328088">
              <a:off x="4906686" y="3988065"/>
              <a:ext cx="606217" cy="134617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93538E6-7D1C-D749-C4D6-D66A4EE6ED22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C027C4-F9D3-58BE-55DD-F55622AF1E79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F998583-6D88-C056-650E-F473CC93D5C6}"/>
                </a:ext>
              </a:extLst>
            </p:cNvPr>
            <p:cNvCxnSpPr/>
            <p:nvPr/>
          </p:nvCxnSpPr>
          <p:spPr>
            <a:xfrm>
              <a:off x="4865254" y="4737652"/>
              <a:ext cx="501876" cy="25179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F25BB3-2F7A-7994-F9BD-1CEFE8E49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820" y="4661152"/>
              <a:ext cx="550084" cy="28078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9666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DFC9-A694-B1F3-D4BF-E98D667E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F2A030F-2388-A170-8A20-BF4312D30C41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C9FFFB-7F96-30B1-EB07-835F036B7817}"/>
              </a:ext>
            </a:extLst>
          </p:cNvPr>
          <p:cNvGrpSpPr/>
          <p:nvPr/>
        </p:nvGrpSpPr>
        <p:grpSpPr>
          <a:xfrm rot="17610312">
            <a:off x="5178204" y="2501047"/>
            <a:ext cx="1492034" cy="738800"/>
            <a:chOff x="5643470" y="3223613"/>
            <a:chExt cx="1492034" cy="738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6FE89E-2F03-F226-409F-A8221269CD17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5A457-E759-19DC-D977-CD992D8838AA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654547A-EB2A-6C48-F0D4-55410BDF8401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3CFD8-6CDB-8188-1694-799A5C848D2F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7BFB6-2372-7A20-B1AF-D4586311A05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F46B-9A76-EF5C-454D-B59A5471A0BD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21775-ECCF-7A77-5C5C-58CD7C59E3B2}"/>
              </a:ext>
            </a:extLst>
          </p:cNvPr>
          <p:cNvGrpSpPr/>
          <p:nvPr/>
        </p:nvGrpSpPr>
        <p:grpSpPr>
          <a:xfrm rot="4874445">
            <a:off x="4695772" y="2421500"/>
            <a:ext cx="1492034" cy="738800"/>
            <a:chOff x="3915628" y="3142168"/>
            <a:chExt cx="1492034" cy="73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73F42F-1425-FFCF-8E00-257BD3B9C899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C3F63D-0B71-CE14-D44B-CD87DDEF65A4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68778D1-A147-D00A-F967-C0793646E669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4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</Words>
  <Application>Microsoft Office PowerPoint</Application>
  <PresentationFormat>Widescreen</PresentationFormat>
  <Paragraphs>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VCR OSD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 Martel</cp:lastModifiedBy>
  <cp:revision>19</cp:revision>
  <dcterms:created xsi:type="dcterms:W3CDTF">2025-11-14T18:21:50Z</dcterms:created>
  <dcterms:modified xsi:type="dcterms:W3CDTF">2025-11-19T20:18:36Z</dcterms:modified>
</cp:coreProperties>
</file>